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61" r:id="rId7"/>
    <p:sldId id="260" r:id="rId8"/>
    <p:sldId id="262" r:id="rId9"/>
    <p:sldId id="263" r:id="rId10"/>
    <p:sldId id="264" r:id="rId11"/>
    <p:sldId id="266" r:id="rId12"/>
    <p:sldId id="268" r:id="rId13"/>
    <p:sldId id="269" r:id="rId14"/>
    <p:sldId id="270" r:id="rId15"/>
    <p:sldId id="271" r:id="rId16"/>
    <p:sldId id="273" r:id="rId17"/>
    <p:sldId id="274" r:id="rId18"/>
    <p:sldId id="276" r:id="rId19"/>
    <p:sldId id="277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ent mayer" userId="c07e7b6061ff73d3" providerId="LiveId" clId="{39E3C0F7-B58F-4529-A6CA-36BCE434C4FF}"/>
    <pc:docChg chg="custSel delSld modSld">
      <pc:chgData name="laurent mayer" userId="c07e7b6061ff73d3" providerId="LiveId" clId="{39E3C0F7-B58F-4529-A6CA-36BCE434C4FF}" dt="2021-12-15T16:03:20.994" v="99" actId="2696"/>
      <pc:docMkLst>
        <pc:docMk/>
      </pc:docMkLst>
      <pc:sldChg chg="modSp mod">
        <pc:chgData name="laurent mayer" userId="c07e7b6061ff73d3" providerId="LiveId" clId="{39E3C0F7-B58F-4529-A6CA-36BCE434C4FF}" dt="2021-12-15T15:59:33.355" v="3" actId="20577"/>
        <pc:sldMkLst>
          <pc:docMk/>
          <pc:sldMk cId="4033162268" sldId="258"/>
        </pc:sldMkLst>
        <pc:spChg chg="mod">
          <ac:chgData name="laurent mayer" userId="c07e7b6061ff73d3" providerId="LiveId" clId="{39E3C0F7-B58F-4529-A6CA-36BCE434C4FF}" dt="2021-12-15T15:59:33.355" v="3" actId="20577"/>
          <ac:spMkLst>
            <pc:docMk/>
            <pc:sldMk cId="4033162268" sldId="258"/>
            <ac:spMk id="3" creationId="{D7D801D0-49F9-49B6-A0C8-C1C2FD858663}"/>
          </ac:spMkLst>
        </pc:spChg>
      </pc:sldChg>
      <pc:sldChg chg="modSp mod">
        <pc:chgData name="laurent mayer" userId="c07e7b6061ff73d3" providerId="LiveId" clId="{39E3C0F7-B58F-4529-A6CA-36BCE434C4FF}" dt="2021-12-15T16:02:39.682" v="97" actId="20577"/>
        <pc:sldMkLst>
          <pc:docMk/>
          <pc:sldMk cId="3060983021" sldId="262"/>
        </pc:sldMkLst>
        <pc:spChg chg="mod">
          <ac:chgData name="laurent mayer" userId="c07e7b6061ff73d3" providerId="LiveId" clId="{39E3C0F7-B58F-4529-A6CA-36BCE434C4FF}" dt="2021-12-15T16:02:39.682" v="97" actId="20577"/>
          <ac:spMkLst>
            <pc:docMk/>
            <pc:sldMk cId="3060983021" sldId="262"/>
            <ac:spMk id="3" creationId="{C7BB12F4-C546-4A4B-BEA7-A47C53A09318}"/>
          </ac:spMkLst>
        </pc:spChg>
      </pc:sldChg>
      <pc:sldChg chg="modSp mod">
        <pc:chgData name="laurent mayer" userId="c07e7b6061ff73d3" providerId="LiveId" clId="{39E3C0F7-B58F-4529-A6CA-36BCE434C4FF}" dt="2021-12-15T16:03:06.035" v="98" actId="20577"/>
        <pc:sldMkLst>
          <pc:docMk/>
          <pc:sldMk cId="783092640" sldId="263"/>
        </pc:sldMkLst>
        <pc:spChg chg="mod">
          <ac:chgData name="laurent mayer" userId="c07e7b6061ff73d3" providerId="LiveId" clId="{39E3C0F7-B58F-4529-A6CA-36BCE434C4FF}" dt="2021-12-15T16:03:06.035" v="98" actId="20577"/>
          <ac:spMkLst>
            <pc:docMk/>
            <pc:sldMk cId="783092640" sldId="263"/>
            <ac:spMk id="3" creationId="{4E9D8150-D681-463F-AD42-D81B997FE06E}"/>
          </ac:spMkLst>
        </pc:spChg>
      </pc:sldChg>
      <pc:sldChg chg="del">
        <pc:chgData name="laurent mayer" userId="c07e7b6061ff73d3" providerId="LiveId" clId="{39E3C0F7-B58F-4529-A6CA-36BCE434C4FF}" dt="2021-12-15T16:03:20.994" v="99" actId="2696"/>
        <pc:sldMkLst>
          <pc:docMk/>
          <pc:sldMk cId="3936822647" sldId="265"/>
        </pc:sldMkLst>
      </pc:sldChg>
      <pc:sldChg chg="modSp mod">
        <pc:chgData name="laurent mayer" userId="c07e7b6061ff73d3" providerId="LiveId" clId="{39E3C0F7-B58F-4529-A6CA-36BCE434C4FF}" dt="2021-12-15T16:01:42.826" v="95" actId="20577"/>
        <pc:sldMkLst>
          <pc:docMk/>
          <pc:sldMk cId="2942347136" sldId="267"/>
        </pc:sldMkLst>
        <pc:spChg chg="mod">
          <ac:chgData name="laurent mayer" userId="c07e7b6061ff73d3" providerId="LiveId" clId="{39E3C0F7-B58F-4529-A6CA-36BCE434C4FF}" dt="2021-12-15T16:01:42.826" v="95" actId="20577"/>
          <ac:spMkLst>
            <pc:docMk/>
            <pc:sldMk cId="2942347136" sldId="267"/>
            <ac:spMk id="3" creationId="{39844823-2ACF-4C69-98BF-F99FDF793C32}"/>
          </ac:spMkLst>
        </pc:spChg>
      </pc:sldChg>
    </pc:docChg>
  </pc:docChgLst>
  <pc:docChgLst>
    <pc:chgData name="laurent mayer" userId="c07e7b6061ff73d3" providerId="LiveId" clId="{7D450AA3-046A-48FC-ABB5-54D7AA942888}"/>
    <pc:docChg chg="undo custSel addSld delSld modSld modMainMaster">
      <pc:chgData name="laurent mayer" userId="c07e7b6061ff73d3" providerId="LiveId" clId="{7D450AA3-046A-48FC-ABB5-54D7AA942888}" dt="2021-09-04T14:52:17.469" v="7084" actId="114"/>
      <pc:docMkLst>
        <pc:docMk/>
      </pc:docMkLst>
      <pc:sldChg chg="modSp new mod modTransition setBg">
        <pc:chgData name="laurent mayer" userId="c07e7b6061ff73d3" providerId="LiveId" clId="{7D450AA3-046A-48FC-ABB5-54D7AA942888}" dt="2021-09-04T14:50:56.050" v="7078"/>
        <pc:sldMkLst>
          <pc:docMk/>
          <pc:sldMk cId="1742829473" sldId="256"/>
        </pc:sldMkLst>
        <pc:spChg chg="mod">
          <ac:chgData name="laurent mayer" userId="c07e7b6061ff73d3" providerId="LiveId" clId="{7D450AA3-046A-48FC-ABB5-54D7AA942888}" dt="2021-08-27T14:19:13.795" v="22" actId="113"/>
          <ac:spMkLst>
            <pc:docMk/>
            <pc:sldMk cId="1742829473" sldId="256"/>
            <ac:spMk id="2" creationId="{E24CD051-21A5-4382-B09C-85C2550763BF}"/>
          </ac:spMkLst>
        </pc:spChg>
        <pc:spChg chg="mod">
          <ac:chgData name="laurent mayer" userId="c07e7b6061ff73d3" providerId="LiveId" clId="{7D450AA3-046A-48FC-ABB5-54D7AA942888}" dt="2021-08-27T14:24:53.341" v="227" actId="207"/>
          <ac:spMkLst>
            <pc:docMk/>
            <pc:sldMk cId="1742829473" sldId="256"/>
            <ac:spMk id="3" creationId="{B60C1E33-E952-4DE0-B67F-BEAEAA2E6680}"/>
          </ac:spMkLst>
        </pc:spChg>
      </pc:sldChg>
      <pc:sldChg chg="modSp new mod modTransition">
        <pc:chgData name="laurent mayer" userId="c07e7b6061ff73d3" providerId="LiveId" clId="{7D450AA3-046A-48FC-ABB5-54D7AA942888}" dt="2021-09-04T14:50:56.050" v="7078"/>
        <pc:sldMkLst>
          <pc:docMk/>
          <pc:sldMk cId="860698047" sldId="257"/>
        </pc:sldMkLst>
        <pc:spChg chg="mod">
          <ac:chgData name="laurent mayer" userId="c07e7b6061ff73d3" providerId="LiveId" clId="{7D450AA3-046A-48FC-ABB5-54D7AA942888}" dt="2021-08-27T14:25:35.392" v="254" actId="113"/>
          <ac:spMkLst>
            <pc:docMk/>
            <pc:sldMk cId="860698047" sldId="257"/>
            <ac:spMk id="2" creationId="{2A9978FE-EFC4-49C1-BA5B-85F4116D0E92}"/>
          </ac:spMkLst>
        </pc:spChg>
        <pc:spChg chg="mod">
          <ac:chgData name="laurent mayer" userId="c07e7b6061ff73d3" providerId="LiveId" clId="{7D450AA3-046A-48FC-ABB5-54D7AA942888}" dt="2021-08-27T14:47:37.082" v="969"/>
          <ac:spMkLst>
            <pc:docMk/>
            <pc:sldMk cId="860698047" sldId="257"/>
            <ac:spMk id="3" creationId="{1BED4607-CE43-4C62-B323-C757C8956135}"/>
          </ac:spMkLst>
        </pc:spChg>
      </pc:sldChg>
      <pc:sldChg chg="modSp new mod modTransition">
        <pc:chgData name="laurent mayer" userId="c07e7b6061ff73d3" providerId="LiveId" clId="{7D450AA3-046A-48FC-ABB5-54D7AA942888}" dt="2021-09-04T14:50:56.050" v="7078"/>
        <pc:sldMkLst>
          <pc:docMk/>
          <pc:sldMk cId="4033162268" sldId="258"/>
        </pc:sldMkLst>
        <pc:spChg chg="mod">
          <ac:chgData name="laurent mayer" userId="c07e7b6061ff73d3" providerId="LiveId" clId="{7D450AA3-046A-48FC-ABB5-54D7AA942888}" dt="2021-08-27T14:43:18.847" v="894" actId="20577"/>
          <ac:spMkLst>
            <pc:docMk/>
            <pc:sldMk cId="4033162268" sldId="258"/>
            <ac:spMk id="2" creationId="{0ACCDA59-9C20-4CAA-B42A-9659AAB4606A}"/>
          </ac:spMkLst>
        </pc:spChg>
        <pc:spChg chg="mod">
          <ac:chgData name="laurent mayer" userId="c07e7b6061ff73d3" providerId="LiveId" clId="{7D450AA3-046A-48FC-ABB5-54D7AA942888}" dt="2021-08-27T15:05:19.968" v="1420" actId="207"/>
          <ac:spMkLst>
            <pc:docMk/>
            <pc:sldMk cId="4033162268" sldId="258"/>
            <ac:spMk id="3" creationId="{D7D801D0-49F9-49B6-A0C8-C1C2FD858663}"/>
          </ac:spMkLst>
        </pc:spChg>
      </pc:sldChg>
      <pc:sldChg chg="modSp new mod modTransition">
        <pc:chgData name="laurent mayer" userId="c07e7b6061ff73d3" providerId="LiveId" clId="{7D450AA3-046A-48FC-ABB5-54D7AA942888}" dt="2021-09-04T14:51:59.735" v="7080" actId="114"/>
        <pc:sldMkLst>
          <pc:docMk/>
          <pc:sldMk cId="2202625363" sldId="259"/>
        </pc:sldMkLst>
        <pc:spChg chg="mod">
          <ac:chgData name="laurent mayer" userId="c07e7b6061ff73d3" providerId="LiveId" clId="{7D450AA3-046A-48FC-ABB5-54D7AA942888}" dt="2021-08-27T15:05:06.824" v="1419" actId="207"/>
          <ac:spMkLst>
            <pc:docMk/>
            <pc:sldMk cId="2202625363" sldId="259"/>
            <ac:spMk id="2" creationId="{B69DE34F-85AA-4762-A0F0-6F3FC4CAD53F}"/>
          </ac:spMkLst>
        </pc:spChg>
        <pc:spChg chg="mod">
          <ac:chgData name="laurent mayer" userId="c07e7b6061ff73d3" providerId="LiveId" clId="{7D450AA3-046A-48FC-ABB5-54D7AA942888}" dt="2021-09-04T14:51:59.735" v="7080" actId="114"/>
          <ac:spMkLst>
            <pc:docMk/>
            <pc:sldMk cId="2202625363" sldId="259"/>
            <ac:spMk id="3" creationId="{B138CE73-9161-4578-BA3E-BD70BB118CFC}"/>
          </ac:spMkLst>
        </pc:spChg>
      </pc:sldChg>
      <pc:sldChg chg="modSp new mod modTransition">
        <pc:chgData name="laurent mayer" userId="c07e7b6061ff73d3" providerId="LiveId" clId="{7D450AA3-046A-48FC-ABB5-54D7AA942888}" dt="2021-09-04T14:50:56.050" v="7078"/>
        <pc:sldMkLst>
          <pc:docMk/>
          <pc:sldMk cId="4137575012" sldId="260"/>
        </pc:sldMkLst>
        <pc:spChg chg="mod">
          <ac:chgData name="laurent mayer" userId="c07e7b6061ff73d3" providerId="LiveId" clId="{7D450AA3-046A-48FC-ABB5-54D7AA942888}" dt="2021-08-27T15:20:37.213" v="1792" actId="207"/>
          <ac:spMkLst>
            <pc:docMk/>
            <pc:sldMk cId="4137575012" sldId="260"/>
            <ac:spMk id="2" creationId="{94FED275-0C6E-4697-AABB-220F140BD4EB}"/>
          </ac:spMkLst>
        </pc:spChg>
        <pc:spChg chg="mod">
          <ac:chgData name="laurent mayer" userId="c07e7b6061ff73d3" providerId="LiveId" clId="{7D450AA3-046A-48FC-ABB5-54D7AA942888}" dt="2021-09-01T14:56:30.257" v="5496" actId="207"/>
          <ac:spMkLst>
            <pc:docMk/>
            <pc:sldMk cId="4137575012" sldId="260"/>
            <ac:spMk id="3" creationId="{E3CC8506-3F66-4901-B787-87052BBC1ABF}"/>
          </ac:spMkLst>
        </pc:spChg>
      </pc:sldChg>
      <pc:sldChg chg="modSp new mod modTransition">
        <pc:chgData name="laurent mayer" userId="c07e7b6061ff73d3" providerId="LiveId" clId="{7D450AA3-046A-48FC-ABB5-54D7AA942888}" dt="2021-09-04T14:52:17.469" v="7084" actId="114"/>
        <pc:sldMkLst>
          <pc:docMk/>
          <pc:sldMk cId="1159492700" sldId="261"/>
        </pc:sldMkLst>
        <pc:spChg chg="mod">
          <ac:chgData name="laurent mayer" userId="c07e7b6061ff73d3" providerId="LiveId" clId="{7D450AA3-046A-48FC-ABB5-54D7AA942888}" dt="2021-08-27T15:39:20.520" v="2265" actId="122"/>
          <ac:spMkLst>
            <pc:docMk/>
            <pc:sldMk cId="1159492700" sldId="261"/>
            <ac:spMk id="2" creationId="{990B8BCD-94EC-4647-A581-1F0ECE0C2C5B}"/>
          </ac:spMkLst>
        </pc:spChg>
        <pc:spChg chg="mod">
          <ac:chgData name="laurent mayer" userId="c07e7b6061ff73d3" providerId="LiveId" clId="{7D450AA3-046A-48FC-ABB5-54D7AA942888}" dt="2021-09-04T14:52:17.469" v="7084" actId="114"/>
          <ac:spMkLst>
            <pc:docMk/>
            <pc:sldMk cId="1159492700" sldId="261"/>
            <ac:spMk id="3" creationId="{B3EB2172-8678-46E9-8D77-4F3693CC0272}"/>
          </ac:spMkLst>
        </pc:spChg>
      </pc:sldChg>
      <pc:sldChg chg="modSp new mod modTransition">
        <pc:chgData name="laurent mayer" userId="c07e7b6061ff73d3" providerId="LiveId" clId="{7D450AA3-046A-48FC-ABB5-54D7AA942888}" dt="2021-09-04T14:50:56.050" v="7078"/>
        <pc:sldMkLst>
          <pc:docMk/>
          <pc:sldMk cId="3060983021" sldId="262"/>
        </pc:sldMkLst>
        <pc:spChg chg="mod">
          <ac:chgData name="laurent mayer" userId="c07e7b6061ff73d3" providerId="LiveId" clId="{7D450AA3-046A-48FC-ABB5-54D7AA942888}" dt="2021-09-01T08:51:23.499" v="2823" actId="20577"/>
          <ac:spMkLst>
            <pc:docMk/>
            <pc:sldMk cId="3060983021" sldId="262"/>
            <ac:spMk id="2" creationId="{AC092180-9033-4242-B0F7-CC5BA5A27E35}"/>
          </ac:spMkLst>
        </pc:spChg>
        <pc:spChg chg="mod">
          <ac:chgData name="laurent mayer" userId="c07e7b6061ff73d3" providerId="LiveId" clId="{7D450AA3-046A-48FC-ABB5-54D7AA942888}" dt="2021-09-01T09:25:02.636" v="3595" actId="20577"/>
          <ac:spMkLst>
            <pc:docMk/>
            <pc:sldMk cId="3060983021" sldId="262"/>
            <ac:spMk id="3" creationId="{C7BB12F4-C546-4A4B-BEA7-A47C53A09318}"/>
          </ac:spMkLst>
        </pc:spChg>
      </pc:sldChg>
      <pc:sldChg chg="modSp new mod modTransition">
        <pc:chgData name="laurent mayer" userId="c07e7b6061ff73d3" providerId="LiveId" clId="{7D450AA3-046A-48FC-ABB5-54D7AA942888}" dt="2021-09-04T14:50:56.050" v="7078"/>
        <pc:sldMkLst>
          <pc:docMk/>
          <pc:sldMk cId="783092640" sldId="263"/>
        </pc:sldMkLst>
        <pc:spChg chg="mod">
          <ac:chgData name="laurent mayer" userId="c07e7b6061ff73d3" providerId="LiveId" clId="{7D450AA3-046A-48FC-ABB5-54D7AA942888}" dt="2021-09-01T09:14:45.011" v="3422" actId="20577"/>
          <ac:spMkLst>
            <pc:docMk/>
            <pc:sldMk cId="783092640" sldId="263"/>
            <ac:spMk id="2" creationId="{6CF85FE1-CD45-4060-A7AB-AFA2A0DBD413}"/>
          </ac:spMkLst>
        </pc:spChg>
        <pc:spChg chg="mod">
          <ac:chgData name="laurent mayer" userId="c07e7b6061ff73d3" providerId="LiveId" clId="{7D450AA3-046A-48FC-ABB5-54D7AA942888}" dt="2021-09-01T09:37:18.288" v="4270" actId="207"/>
          <ac:spMkLst>
            <pc:docMk/>
            <pc:sldMk cId="783092640" sldId="263"/>
            <ac:spMk id="3" creationId="{4E9D8150-D681-463F-AD42-D81B997FE06E}"/>
          </ac:spMkLst>
        </pc:spChg>
      </pc:sldChg>
      <pc:sldChg chg="modSp new mod modTransition">
        <pc:chgData name="laurent mayer" userId="c07e7b6061ff73d3" providerId="LiveId" clId="{7D450AA3-046A-48FC-ABB5-54D7AA942888}" dt="2021-09-04T14:50:56.050" v="7078"/>
        <pc:sldMkLst>
          <pc:docMk/>
          <pc:sldMk cId="1783145603" sldId="264"/>
        </pc:sldMkLst>
        <pc:spChg chg="mod">
          <ac:chgData name="laurent mayer" userId="c07e7b6061ff73d3" providerId="LiveId" clId="{7D450AA3-046A-48FC-ABB5-54D7AA942888}" dt="2021-09-01T09:32:57.035" v="3964" actId="122"/>
          <ac:spMkLst>
            <pc:docMk/>
            <pc:sldMk cId="1783145603" sldId="264"/>
            <ac:spMk id="2" creationId="{79120007-E168-48EA-9C3E-968113B7D1BD}"/>
          </ac:spMkLst>
        </pc:spChg>
        <pc:spChg chg="mod">
          <ac:chgData name="laurent mayer" userId="c07e7b6061ff73d3" providerId="LiveId" clId="{7D450AA3-046A-48FC-ABB5-54D7AA942888}" dt="2021-09-01T14:34:21.998" v="4763" actId="20577"/>
          <ac:spMkLst>
            <pc:docMk/>
            <pc:sldMk cId="1783145603" sldId="264"/>
            <ac:spMk id="3" creationId="{E62F7E85-49FE-4501-A08C-C777C2C51FE5}"/>
          </ac:spMkLst>
        </pc:spChg>
      </pc:sldChg>
      <pc:sldChg chg="modSp new mod modTransition">
        <pc:chgData name="laurent mayer" userId="c07e7b6061ff73d3" providerId="LiveId" clId="{7D450AA3-046A-48FC-ABB5-54D7AA942888}" dt="2021-09-04T14:50:56.050" v="7078"/>
        <pc:sldMkLst>
          <pc:docMk/>
          <pc:sldMk cId="3936822647" sldId="265"/>
        </pc:sldMkLst>
        <pc:spChg chg="mod">
          <ac:chgData name="laurent mayer" userId="c07e7b6061ff73d3" providerId="LiveId" clId="{7D450AA3-046A-48FC-ABB5-54D7AA942888}" dt="2021-09-01T14:22:19.114" v="4491" actId="122"/>
          <ac:spMkLst>
            <pc:docMk/>
            <pc:sldMk cId="3936822647" sldId="265"/>
            <ac:spMk id="2" creationId="{F4982826-6DD5-4F6D-87EB-A85AE753FE8F}"/>
          </ac:spMkLst>
        </pc:spChg>
        <pc:spChg chg="mod">
          <ac:chgData name="laurent mayer" userId="c07e7b6061ff73d3" providerId="LiveId" clId="{7D450AA3-046A-48FC-ABB5-54D7AA942888}" dt="2021-09-01T14:39:42.450" v="4886" actId="20577"/>
          <ac:spMkLst>
            <pc:docMk/>
            <pc:sldMk cId="3936822647" sldId="265"/>
            <ac:spMk id="3" creationId="{4FAC249F-1A11-43F5-8650-EEE20D6AEC22}"/>
          </ac:spMkLst>
        </pc:spChg>
      </pc:sldChg>
      <pc:sldChg chg="modSp new mod modTransition">
        <pc:chgData name="laurent mayer" userId="c07e7b6061ff73d3" providerId="LiveId" clId="{7D450AA3-046A-48FC-ABB5-54D7AA942888}" dt="2021-09-04T14:50:56.050" v="7078"/>
        <pc:sldMkLst>
          <pc:docMk/>
          <pc:sldMk cId="1191687584" sldId="266"/>
        </pc:sldMkLst>
        <pc:spChg chg="mod">
          <ac:chgData name="laurent mayer" userId="c07e7b6061ff73d3" providerId="LiveId" clId="{7D450AA3-046A-48FC-ABB5-54D7AA942888}" dt="2021-09-01T16:15:20.759" v="6301" actId="20577"/>
          <ac:spMkLst>
            <pc:docMk/>
            <pc:sldMk cId="1191687584" sldId="266"/>
            <ac:spMk id="2" creationId="{FC3E1DB7-EB92-4642-8C3B-4A646700F312}"/>
          </ac:spMkLst>
        </pc:spChg>
        <pc:spChg chg="mod">
          <ac:chgData name="laurent mayer" userId="c07e7b6061ff73d3" providerId="LiveId" clId="{7D450AA3-046A-48FC-ABB5-54D7AA942888}" dt="2021-09-01T16:17:10.929" v="6342" actId="5793"/>
          <ac:spMkLst>
            <pc:docMk/>
            <pc:sldMk cId="1191687584" sldId="266"/>
            <ac:spMk id="3" creationId="{B251BDEC-B8AF-4AFA-A4D8-F7D86A8D8DB2}"/>
          </ac:spMkLst>
        </pc:spChg>
      </pc:sldChg>
      <pc:sldChg chg="modSp new mod modTransition">
        <pc:chgData name="laurent mayer" userId="c07e7b6061ff73d3" providerId="LiveId" clId="{7D450AA3-046A-48FC-ABB5-54D7AA942888}" dt="2021-09-04T14:50:56.050" v="7078"/>
        <pc:sldMkLst>
          <pc:docMk/>
          <pc:sldMk cId="2942347136" sldId="267"/>
        </pc:sldMkLst>
        <pc:spChg chg="mod">
          <ac:chgData name="laurent mayer" userId="c07e7b6061ff73d3" providerId="LiveId" clId="{7D450AA3-046A-48FC-ABB5-54D7AA942888}" dt="2021-09-01T14:58:09.163" v="5515" actId="20577"/>
          <ac:spMkLst>
            <pc:docMk/>
            <pc:sldMk cId="2942347136" sldId="267"/>
            <ac:spMk id="2" creationId="{D1510692-A156-4A71-A743-9426B6300487}"/>
          </ac:spMkLst>
        </pc:spChg>
        <pc:spChg chg="mod">
          <ac:chgData name="laurent mayer" userId="c07e7b6061ff73d3" providerId="LiveId" clId="{7D450AA3-046A-48FC-ABB5-54D7AA942888}" dt="2021-09-01T15:15:49.688" v="6001" actId="20577"/>
          <ac:spMkLst>
            <pc:docMk/>
            <pc:sldMk cId="2942347136" sldId="267"/>
            <ac:spMk id="3" creationId="{39844823-2ACF-4C69-98BF-F99FDF793C32}"/>
          </ac:spMkLst>
        </pc:spChg>
      </pc:sldChg>
      <pc:sldChg chg="addSp delSp modSp new mod modTransition setBg setClrOvrMap chgLayout">
        <pc:chgData name="laurent mayer" userId="c07e7b6061ff73d3" providerId="LiveId" clId="{7D450AA3-046A-48FC-ABB5-54D7AA942888}" dt="2021-09-04T14:50:56.050" v="7078"/>
        <pc:sldMkLst>
          <pc:docMk/>
          <pc:sldMk cId="4067643213" sldId="268"/>
        </pc:sldMkLst>
        <pc:spChg chg="mod ord">
          <ac:chgData name="laurent mayer" userId="c07e7b6061ff73d3" providerId="LiveId" clId="{7D450AA3-046A-48FC-ABB5-54D7AA942888}" dt="2021-09-01T15:38:36.261" v="6185" actId="26606"/>
          <ac:spMkLst>
            <pc:docMk/>
            <pc:sldMk cId="4067643213" sldId="268"/>
            <ac:spMk id="2" creationId="{B6086930-A2A3-4777-970B-8CC040FA8F29}"/>
          </ac:spMkLst>
        </pc:spChg>
        <pc:spChg chg="del mod">
          <ac:chgData name="laurent mayer" userId="c07e7b6061ff73d3" providerId="LiveId" clId="{7D450AA3-046A-48FC-ABB5-54D7AA942888}" dt="2021-09-01T15:35:09.227" v="6119" actId="700"/>
          <ac:spMkLst>
            <pc:docMk/>
            <pc:sldMk cId="4067643213" sldId="268"/>
            <ac:spMk id="3" creationId="{D155106B-F8ED-4B34-9A4E-BE6BD31C99B7}"/>
          </ac:spMkLst>
        </pc:spChg>
        <pc:spChg chg="add mod ord">
          <ac:chgData name="laurent mayer" userId="c07e7b6061ff73d3" providerId="LiveId" clId="{7D450AA3-046A-48FC-ABB5-54D7AA942888}" dt="2021-09-01T15:44:15.032" v="6213" actId="115"/>
          <ac:spMkLst>
            <pc:docMk/>
            <pc:sldMk cId="4067643213" sldId="268"/>
            <ac:spMk id="4" creationId="{25666D63-68B5-49D9-8E5E-734E8B0C5106}"/>
          </ac:spMkLst>
        </pc:spChg>
        <pc:spChg chg="add del">
          <ac:chgData name="laurent mayer" userId="c07e7b6061ff73d3" providerId="LiveId" clId="{7D450AA3-046A-48FC-ABB5-54D7AA942888}" dt="2021-09-01T15:38:04.935" v="6173" actId="26606"/>
          <ac:spMkLst>
            <pc:docMk/>
            <pc:sldMk cId="4067643213" sldId="268"/>
            <ac:spMk id="10" creationId="{F13C74B1-5B17-4795-BED0-7140497B445A}"/>
          </ac:spMkLst>
        </pc:spChg>
        <pc:spChg chg="add del">
          <ac:chgData name="laurent mayer" userId="c07e7b6061ff73d3" providerId="LiveId" clId="{7D450AA3-046A-48FC-ABB5-54D7AA942888}" dt="2021-09-01T15:38:04.935" v="6173" actId="26606"/>
          <ac:spMkLst>
            <pc:docMk/>
            <pc:sldMk cId="4067643213" sldId="268"/>
            <ac:spMk id="11" creationId="{D4974D33-8DC5-464E-8C6D-BE58F0669C17}"/>
          </ac:spMkLst>
        </pc:spChg>
        <pc:spChg chg="add del">
          <ac:chgData name="laurent mayer" userId="c07e7b6061ff73d3" providerId="LiveId" clId="{7D450AA3-046A-48FC-ABB5-54D7AA942888}" dt="2021-09-01T15:37:52.497" v="6169" actId="26606"/>
          <ac:spMkLst>
            <pc:docMk/>
            <pc:sldMk cId="4067643213" sldId="268"/>
            <ac:spMk id="13" creationId="{F13C74B1-5B17-4795-BED0-7140497B445A}"/>
          </ac:spMkLst>
        </pc:spChg>
        <pc:spChg chg="add del">
          <ac:chgData name="laurent mayer" userId="c07e7b6061ff73d3" providerId="LiveId" clId="{7D450AA3-046A-48FC-ABB5-54D7AA942888}" dt="2021-09-01T15:38:08.288" v="6175" actId="26606"/>
          <ac:spMkLst>
            <pc:docMk/>
            <pc:sldMk cId="4067643213" sldId="268"/>
            <ac:spMk id="14" creationId="{A81E7530-396C-45F0-92F4-A885648D1631}"/>
          </ac:spMkLst>
        </pc:spChg>
        <pc:spChg chg="add del">
          <ac:chgData name="laurent mayer" userId="c07e7b6061ff73d3" providerId="LiveId" clId="{7D450AA3-046A-48FC-ABB5-54D7AA942888}" dt="2021-09-01T15:37:52.497" v="6169" actId="26606"/>
          <ac:spMkLst>
            <pc:docMk/>
            <pc:sldMk cId="4067643213" sldId="268"/>
            <ac:spMk id="15" creationId="{D4974D33-8DC5-464E-8C6D-BE58F0669C17}"/>
          </ac:spMkLst>
        </pc:spChg>
        <pc:spChg chg="add del">
          <ac:chgData name="laurent mayer" userId="c07e7b6061ff73d3" providerId="LiveId" clId="{7D450AA3-046A-48FC-ABB5-54D7AA942888}" dt="2021-09-01T15:38:08.288" v="6175" actId="26606"/>
          <ac:spMkLst>
            <pc:docMk/>
            <pc:sldMk cId="4067643213" sldId="268"/>
            <ac:spMk id="16" creationId="{7316481C-0A49-4796-812B-0D64F063B720}"/>
          </ac:spMkLst>
        </pc:spChg>
        <pc:spChg chg="add del">
          <ac:chgData name="laurent mayer" userId="c07e7b6061ff73d3" providerId="LiveId" clId="{7D450AA3-046A-48FC-ABB5-54D7AA942888}" dt="2021-09-01T15:38:08.288" v="6175" actId="26606"/>
          <ac:spMkLst>
            <pc:docMk/>
            <pc:sldMk cId="4067643213" sldId="268"/>
            <ac:spMk id="17" creationId="{A5271697-90F1-4A23-8EF2-0179F2EAFACB}"/>
          </ac:spMkLst>
        </pc:spChg>
        <pc:spChg chg="add del">
          <ac:chgData name="laurent mayer" userId="c07e7b6061ff73d3" providerId="LiveId" clId="{7D450AA3-046A-48FC-ABB5-54D7AA942888}" dt="2021-09-01T15:38:08.288" v="6175" actId="26606"/>
          <ac:spMkLst>
            <pc:docMk/>
            <pc:sldMk cId="4067643213" sldId="268"/>
            <ac:spMk id="41" creationId="{D9F5512A-48E1-4C07-B75E-3CCC517B6804}"/>
          </ac:spMkLst>
        </pc:spChg>
        <pc:spChg chg="add del">
          <ac:chgData name="laurent mayer" userId="c07e7b6061ff73d3" providerId="LiveId" clId="{7D450AA3-046A-48FC-ABB5-54D7AA942888}" dt="2021-09-01T15:38:12.415" v="6177" actId="26606"/>
          <ac:spMkLst>
            <pc:docMk/>
            <pc:sldMk cId="4067643213" sldId="268"/>
            <ac:spMk id="43" creationId="{04812C46-200A-4DEB-A05E-3ED6C68C2387}"/>
          </ac:spMkLst>
        </pc:spChg>
        <pc:spChg chg="add del">
          <ac:chgData name="laurent mayer" userId="c07e7b6061ff73d3" providerId="LiveId" clId="{7D450AA3-046A-48FC-ABB5-54D7AA942888}" dt="2021-09-01T15:38:12.415" v="6177" actId="26606"/>
          <ac:spMkLst>
            <pc:docMk/>
            <pc:sldMk cId="4067643213" sldId="268"/>
            <ac:spMk id="44" creationId="{D1EA859B-E555-4109-94F3-6700E046E008}"/>
          </ac:spMkLst>
        </pc:spChg>
        <pc:spChg chg="add del">
          <ac:chgData name="laurent mayer" userId="c07e7b6061ff73d3" providerId="LiveId" clId="{7D450AA3-046A-48FC-ABB5-54D7AA942888}" dt="2021-09-01T15:38:18.134" v="6179" actId="26606"/>
          <ac:spMkLst>
            <pc:docMk/>
            <pc:sldMk cId="4067643213" sldId="268"/>
            <ac:spMk id="46" creationId="{9B76D444-2756-434F-AE61-96D69830C13E}"/>
          </ac:spMkLst>
        </pc:spChg>
        <pc:spChg chg="add del">
          <ac:chgData name="laurent mayer" userId="c07e7b6061ff73d3" providerId="LiveId" clId="{7D450AA3-046A-48FC-ABB5-54D7AA942888}" dt="2021-09-01T15:38:18.134" v="6179" actId="26606"/>
          <ac:spMkLst>
            <pc:docMk/>
            <pc:sldMk cId="4067643213" sldId="268"/>
            <ac:spMk id="47" creationId="{A27B6159-7734-4564-9E0F-C4BC43C36E52}"/>
          </ac:spMkLst>
        </pc:spChg>
        <pc:spChg chg="add del">
          <ac:chgData name="laurent mayer" userId="c07e7b6061ff73d3" providerId="LiveId" clId="{7D450AA3-046A-48FC-ABB5-54D7AA942888}" dt="2021-09-01T15:38:34.753" v="6183" actId="26606"/>
          <ac:spMkLst>
            <pc:docMk/>
            <pc:sldMk cId="4067643213" sldId="268"/>
            <ac:spMk id="50" creationId="{3CD9DF72-87A3-404E-A828-84CBF11A8303}"/>
          </ac:spMkLst>
        </pc:spChg>
        <pc:grpChg chg="add del">
          <ac:chgData name="laurent mayer" userId="c07e7b6061ff73d3" providerId="LiveId" clId="{7D450AA3-046A-48FC-ABB5-54D7AA942888}" dt="2021-09-01T15:38:08.288" v="6175" actId="26606"/>
          <ac:grpSpMkLst>
            <pc:docMk/>
            <pc:sldMk cId="4067643213" sldId="268"/>
            <ac:grpSpMk id="19" creationId="{81DE8B58-F373-409E-A253-4380A66091D4}"/>
          </ac:grpSpMkLst>
        </pc:grpChg>
        <pc:picChg chg="add del mod">
          <ac:chgData name="laurent mayer" userId="c07e7b6061ff73d3" providerId="LiveId" clId="{7D450AA3-046A-48FC-ABB5-54D7AA942888}" dt="2021-09-01T15:37:09.087" v="6162" actId="21"/>
          <ac:picMkLst>
            <pc:docMk/>
            <pc:sldMk cId="4067643213" sldId="268"/>
            <ac:picMk id="6" creationId="{DC8B94F0-640F-4567-9B22-E2AD1766B5B7}"/>
          </ac:picMkLst>
        </pc:picChg>
        <pc:picChg chg="add del mod">
          <ac:chgData name="laurent mayer" userId="c07e7b6061ff73d3" providerId="LiveId" clId="{7D450AA3-046A-48FC-ABB5-54D7AA942888}" dt="2021-09-01T15:37:35.463" v="6166"/>
          <ac:picMkLst>
            <pc:docMk/>
            <pc:sldMk cId="4067643213" sldId="268"/>
            <ac:picMk id="7" creationId="{4326F5C5-D73C-48AB-95D6-10BCF6DE84BB}"/>
          </ac:picMkLst>
        </pc:picChg>
        <pc:picChg chg="add del mod ord">
          <ac:chgData name="laurent mayer" userId="c07e7b6061ff73d3" providerId="LiveId" clId="{7D450AA3-046A-48FC-ABB5-54D7AA942888}" dt="2021-09-01T15:38:50.540" v="6188"/>
          <ac:picMkLst>
            <pc:docMk/>
            <pc:sldMk cId="4067643213" sldId="268"/>
            <ac:picMk id="8" creationId="{BE85CFBA-4C68-4797-893C-301683BCEA1D}"/>
          </ac:picMkLst>
        </pc:picChg>
        <pc:picChg chg="add mod">
          <ac:chgData name="laurent mayer" userId="c07e7b6061ff73d3" providerId="LiveId" clId="{7D450AA3-046A-48FC-ABB5-54D7AA942888}" dt="2021-09-01T15:39:04.508" v="6192" actId="14100"/>
          <ac:picMkLst>
            <pc:docMk/>
            <pc:sldMk cId="4067643213" sldId="268"/>
            <ac:picMk id="45" creationId="{4F9A4577-216D-4708-8CB9-C5CBF9091F38}"/>
          </ac:picMkLst>
        </pc:picChg>
        <pc:cxnChg chg="add del">
          <ac:chgData name="laurent mayer" userId="c07e7b6061ff73d3" providerId="LiveId" clId="{7D450AA3-046A-48FC-ABB5-54D7AA942888}" dt="2021-09-01T15:38:18.134" v="6179" actId="26606"/>
          <ac:cxnSpMkLst>
            <pc:docMk/>
            <pc:sldMk cId="4067643213" sldId="268"/>
            <ac:cxnSpMk id="48" creationId="{E2FFB46B-05BC-4950-B18A-9593FDAE6ED7}"/>
          </ac:cxnSpMkLst>
        </pc:cxnChg>
        <pc:cxnChg chg="add del">
          <ac:chgData name="laurent mayer" userId="c07e7b6061ff73d3" providerId="LiveId" clId="{7D450AA3-046A-48FC-ABB5-54D7AA942888}" dt="2021-09-01T15:38:34.753" v="6183" actId="26606"/>
          <ac:cxnSpMkLst>
            <pc:docMk/>
            <pc:sldMk cId="4067643213" sldId="268"/>
            <ac:cxnSpMk id="51" creationId="{20E3A342-4D61-4E3F-AF90-1AB42AEB96CC}"/>
          </ac:cxnSpMkLst>
        </pc:cxnChg>
      </pc:sldChg>
      <pc:sldChg chg="addSp delSp modSp new del mod modClrScheme chgLayout">
        <pc:chgData name="laurent mayer" userId="c07e7b6061ff73d3" providerId="LiveId" clId="{7D450AA3-046A-48FC-ABB5-54D7AA942888}" dt="2021-09-01T15:32:04.174" v="6088" actId="2696"/>
        <pc:sldMkLst>
          <pc:docMk/>
          <pc:sldMk cId="4132613180" sldId="268"/>
        </pc:sldMkLst>
        <pc:spChg chg="mod ord">
          <ac:chgData name="laurent mayer" userId="c07e7b6061ff73d3" providerId="LiveId" clId="{7D450AA3-046A-48FC-ABB5-54D7AA942888}" dt="2021-09-01T15:19:44.099" v="6054" actId="700"/>
          <ac:spMkLst>
            <pc:docMk/>
            <pc:sldMk cId="4132613180" sldId="268"/>
            <ac:spMk id="2" creationId="{0B0C382D-BD6E-473A-88DB-8627CCC0AF6E}"/>
          </ac:spMkLst>
        </pc:spChg>
        <pc:spChg chg="del mod ord">
          <ac:chgData name="laurent mayer" userId="c07e7b6061ff73d3" providerId="LiveId" clId="{7D450AA3-046A-48FC-ABB5-54D7AA942888}" dt="2021-09-01T15:19:11.670" v="6030" actId="700"/>
          <ac:spMkLst>
            <pc:docMk/>
            <pc:sldMk cId="4132613180" sldId="268"/>
            <ac:spMk id="3" creationId="{96F5B4EB-7EEC-4887-B838-AF24604D64C8}"/>
          </ac:spMkLst>
        </pc:spChg>
        <pc:spChg chg="add mod ord">
          <ac:chgData name="laurent mayer" userId="c07e7b6061ff73d3" providerId="LiveId" clId="{7D450AA3-046A-48FC-ABB5-54D7AA942888}" dt="2021-09-01T15:19:47.848" v="6055" actId="21"/>
          <ac:spMkLst>
            <pc:docMk/>
            <pc:sldMk cId="4132613180" sldId="268"/>
            <ac:spMk id="4" creationId="{E8A7B34B-87A9-4989-B807-B1F1FCF12E78}"/>
          </ac:spMkLst>
        </pc:spChg>
        <pc:spChg chg="add mod ord">
          <ac:chgData name="laurent mayer" userId="c07e7b6061ff73d3" providerId="LiveId" clId="{7D450AA3-046A-48FC-ABB5-54D7AA942888}" dt="2021-09-01T15:20:25.137" v="6085" actId="6549"/>
          <ac:spMkLst>
            <pc:docMk/>
            <pc:sldMk cId="4132613180" sldId="268"/>
            <ac:spMk id="5" creationId="{686C560E-B77B-43F8-8627-10A6212E5B8E}"/>
          </ac:spMkLst>
        </pc:spChg>
        <pc:spChg chg="add mod ord">
          <ac:chgData name="laurent mayer" userId="c07e7b6061ff73d3" providerId="LiveId" clId="{7D450AA3-046A-48FC-ABB5-54D7AA942888}" dt="2021-09-01T15:20:33.149" v="6086" actId="207"/>
          <ac:spMkLst>
            <pc:docMk/>
            <pc:sldMk cId="4132613180" sldId="268"/>
            <ac:spMk id="6" creationId="{FAF58B82-FE78-4E03-B939-DDE28950FF86}"/>
          </ac:spMkLst>
        </pc:spChg>
        <pc:spChg chg="add mod ord">
          <ac:chgData name="laurent mayer" userId="c07e7b6061ff73d3" providerId="LiveId" clId="{7D450AA3-046A-48FC-ABB5-54D7AA942888}" dt="2021-09-01T15:20:37.538" v="6087" actId="207"/>
          <ac:spMkLst>
            <pc:docMk/>
            <pc:sldMk cId="4132613180" sldId="268"/>
            <ac:spMk id="7" creationId="{26454733-DFBA-4A19-A96D-8F46384E872B}"/>
          </ac:spMkLst>
        </pc:spChg>
      </pc:sldChg>
      <pc:sldChg chg="addSp delSp modSp new mod modTransition modClrScheme chgLayout">
        <pc:chgData name="laurent mayer" userId="c07e7b6061ff73d3" providerId="LiveId" clId="{7D450AA3-046A-48FC-ABB5-54D7AA942888}" dt="2021-09-04T14:50:56.050" v="7078"/>
        <pc:sldMkLst>
          <pc:docMk/>
          <pc:sldMk cId="2491103863" sldId="269"/>
        </pc:sldMkLst>
        <pc:spChg chg="mod ord">
          <ac:chgData name="laurent mayer" userId="c07e7b6061ff73d3" providerId="LiveId" clId="{7D450AA3-046A-48FC-ABB5-54D7AA942888}" dt="2021-09-01T15:43:47.253" v="6197" actId="700"/>
          <ac:spMkLst>
            <pc:docMk/>
            <pc:sldMk cId="2491103863" sldId="269"/>
            <ac:spMk id="2" creationId="{18D3F37E-2258-4A0E-9913-AA45B1116389}"/>
          </ac:spMkLst>
        </pc:spChg>
        <pc:spChg chg="del mod ord">
          <ac:chgData name="laurent mayer" userId="c07e7b6061ff73d3" providerId="LiveId" clId="{7D450AA3-046A-48FC-ABB5-54D7AA942888}" dt="2021-09-01T15:43:47.253" v="6197" actId="700"/>
          <ac:spMkLst>
            <pc:docMk/>
            <pc:sldMk cId="2491103863" sldId="269"/>
            <ac:spMk id="3" creationId="{FDDDE266-1951-4656-8AC8-B3E734CF0BFC}"/>
          </ac:spMkLst>
        </pc:spChg>
        <pc:spChg chg="add mod ord">
          <ac:chgData name="laurent mayer" userId="c07e7b6061ff73d3" providerId="LiveId" clId="{7D450AA3-046A-48FC-ABB5-54D7AA942888}" dt="2021-09-01T15:44:23.583" v="6214" actId="122"/>
          <ac:spMkLst>
            <pc:docMk/>
            <pc:sldMk cId="2491103863" sldId="269"/>
            <ac:spMk id="4" creationId="{2016EE66-E812-4A37-BA78-4E46640E905F}"/>
          </ac:spMkLst>
        </pc:spChg>
        <pc:spChg chg="add del mod ord">
          <ac:chgData name="laurent mayer" userId="c07e7b6061ff73d3" providerId="LiveId" clId="{7D450AA3-046A-48FC-ABB5-54D7AA942888}" dt="2021-09-01T15:48:22.785" v="6242"/>
          <ac:spMkLst>
            <pc:docMk/>
            <pc:sldMk cId="2491103863" sldId="269"/>
            <ac:spMk id="5" creationId="{2B9F4EAF-2A0A-47BB-9E9C-A0E5121DFEC9}"/>
          </ac:spMkLst>
        </pc:spChg>
        <pc:spChg chg="add mod ord">
          <ac:chgData name="laurent mayer" userId="c07e7b6061ff73d3" providerId="LiveId" clId="{7D450AA3-046A-48FC-ABB5-54D7AA942888}" dt="2021-09-01T15:44:54.041" v="6239" actId="122"/>
          <ac:spMkLst>
            <pc:docMk/>
            <pc:sldMk cId="2491103863" sldId="269"/>
            <ac:spMk id="6" creationId="{2509E405-4E49-4731-9225-C2195CB129EB}"/>
          </ac:spMkLst>
        </pc:spChg>
        <pc:spChg chg="add del mod ord">
          <ac:chgData name="laurent mayer" userId="c07e7b6061ff73d3" providerId="LiveId" clId="{7D450AA3-046A-48FC-ABB5-54D7AA942888}" dt="2021-09-01T15:51:42.482" v="6245" actId="22"/>
          <ac:spMkLst>
            <pc:docMk/>
            <pc:sldMk cId="2491103863" sldId="269"/>
            <ac:spMk id="7" creationId="{7B503B2D-3D08-4394-9FF4-EB580EF0C2EF}"/>
          </ac:spMkLst>
        </pc:spChg>
        <pc:picChg chg="add mod">
          <ac:chgData name="laurent mayer" userId="c07e7b6061ff73d3" providerId="LiveId" clId="{7D450AA3-046A-48FC-ABB5-54D7AA942888}" dt="2021-09-01T15:48:25.366" v="6243" actId="27614"/>
          <ac:picMkLst>
            <pc:docMk/>
            <pc:sldMk cId="2491103863" sldId="269"/>
            <ac:picMk id="9" creationId="{D73CC001-4487-4E95-851B-380DA536E10C}"/>
          </ac:picMkLst>
        </pc:picChg>
        <pc:picChg chg="add mod ord">
          <ac:chgData name="laurent mayer" userId="c07e7b6061ff73d3" providerId="LiveId" clId="{7D450AA3-046A-48FC-ABB5-54D7AA942888}" dt="2021-09-01T15:51:42.482" v="6245" actId="22"/>
          <ac:picMkLst>
            <pc:docMk/>
            <pc:sldMk cId="2491103863" sldId="269"/>
            <ac:picMk id="11" creationId="{5B1E84A4-61D7-4F44-892E-804C47AFE6DF}"/>
          </ac:picMkLst>
        </pc:picChg>
      </pc:sldChg>
      <pc:sldChg chg="new del">
        <pc:chgData name="laurent mayer" userId="c07e7b6061ff73d3" providerId="LiveId" clId="{7D450AA3-046A-48FC-ABB5-54D7AA942888}" dt="2021-09-01T15:55:09" v="6247" actId="47"/>
        <pc:sldMkLst>
          <pc:docMk/>
          <pc:sldMk cId="795942341" sldId="270"/>
        </pc:sldMkLst>
      </pc:sldChg>
      <pc:sldChg chg="addSp delSp modSp add mod modTransition">
        <pc:chgData name="laurent mayer" userId="c07e7b6061ff73d3" providerId="LiveId" clId="{7D450AA3-046A-48FC-ABB5-54D7AA942888}" dt="2021-09-04T14:50:56.050" v="7078"/>
        <pc:sldMkLst>
          <pc:docMk/>
          <pc:sldMk cId="2568864071" sldId="270"/>
        </pc:sldMkLst>
        <pc:spChg chg="add del mod">
          <ac:chgData name="laurent mayer" userId="c07e7b6061ff73d3" providerId="LiveId" clId="{7D450AA3-046A-48FC-ABB5-54D7AA942888}" dt="2021-09-01T15:59:51.363" v="6261" actId="22"/>
          <ac:spMkLst>
            <pc:docMk/>
            <pc:sldMk cId="2568864071" sldId="270"/>
            <ac:spMk id="5" creationId="{D524F5F1-A640-44CB-9AB1-05B5420B9746}"/>
          </ac:spMkLst>
        </pc:spChg>
        <pc:spChg chg="mod">
          <ac:chgData name="laurent mayer" userId="c07e7b6061ff73d3" providerId="LiveId" clId="{7D450AA3-046A-48FC-ABB5-54D7AA942888}" dt="2021-09-01T15:55:23.285" v="6258" actId="20577"/>
          <ac:spMkLst>
            <pc:docMk/>
            <pc:sldMk cId="2568864071" sldId="270"/>
            <ac:spMk id="6" creationId="{2509E405-4E49-4731-9225-C2195CB129EB}"/>
          </ac:spMkLst>
        </pc:spChg>
        <pc:picChg chg="add mod ord">
          <ac:chgData name="laurent mayer" userId="c07e7b6061ff73d3" providerId="LiveId" clId="{7D450AA3-046A-48FC-ABB5-54D7AA942888}" dt="2021-09-01T15:59:51.363" v="6261" actId="22"/>
          <ac:picMkLst>
            <pc:docMk/>
            <pc:sldMk cId="2568864071" sldId="270"/>
            <ac:picMk id="8" creationId="{F155B93A-BBA1-4ED9-A7FF-5DB6AADCC176}"/>
          </ac:picMkLst>
        </pc:picChg>
        <pc:picChg chg="del">
          <ac:chgData name="laurent mayer" userId="c07e7b6061ff73d3" providerId="LiveId" clId="{7D450AA3-046A-48FC-ABB5-54D7AA942888}" dt="2021-09-01T15:55:27.935" v="6259" actId="478"/>
          <ac:picMkLst>
            <pc:docMk/>
            <pc:sldMk cId="2568864071" sldId="270"/>
            <ac:picMk id="11" creationId="{5B1E84A4-61D7-4F44-892E-804C47AFE6DF}"/>
          </ac:picMkLst>
        </pc:picChg>
      </pc:sldChg>
      <pc:sldChg chg="addSp delSp modSp new mod modTransition modClrScheme chgLayout">
        <pc:chgData name="laurent mayer" userId="c07e7b6061ff73d3" providerId="LiveId" clId="{7D450AA3-046A-48FC-ABB5-54D7AA942888}" dt="2021-09-04T14:50:56.050" v="7078"/>
        <pc:sldMkLst>
          <pc:docMk/>
          <pc:sldMk cId="2285449741" sldId="271"/>
        </pc:sldMkLst>
        <pc:spChg chg="del mod ord">
          <ac:chgData name="laurent mayer" userId="c07e7b6061ff73d3" providerId="LiveId" clId="{7D450AA3-046A-48FC-ABB5-54D7AA942888}" dt="2021-09-01T16:12:10.397" v="6263" actId="700"/>
          <ac:spMkLst>
            <pc:docMk/>
            <pc:sldMk cId="2285449741" sldId="271"/>
            <ac:spMk id="2" creationId="{2A66E388-5491-4331-AA9A-5C94BE7D569D}"/>
          </ac:spMkLst>
        </pc:spChg>
        <pc:spChg chg="del">
          <ac:chgData name="laurent mayer" userId="c07e7b6061ff73d3" providerId="LiveId" clId="{7D450AA3-046A-48FC-ABB5-54D7AA942888}" dt="2021-09-01T16:12:10.397" v="6263" actId="700"/>
          <ac:spMkLst>
            <pc:docMk/>
            <pc:sldMk cId="2285449741" sldId="271"/>
            <ac:spMk id="3" creationId="{DFBB8716-2A2E-47B5-917B-74F6DF110CEC}"/>
          </ac:spMkLst>
        </pc:spChg>
        <pc:spChg chg="del mod ord">
          <ac:chgData name="laurent mayer" userId="c07e7b6061ff73d3" providerId="LiveId" clId="{7D450AA3-046A-48FC-ABB5-54D7AA942888}" dt="2021-09-01T16:12:10.397" v="6263" actId="700"/>
          <ac:spMkLst>
            <pc:docMk/>
            <pc:sldMk cId="2285449741" sldId="271"/>
            <ac:spMk id="4" creationId="{4B1BC97D-8844-4D73-9A09-500CB65B087E}"/>
          </ac:spMkLst>
        </pc:spChg>
        <pc:spChg chg="del">
          <ac:chgData name="laurent mayer" userId="c07e7b6061ff73d3" providerId="LiveId" clId="{7D450AA3-046A-48FC-ABB5-54D7AA942888}" dt="2021-09-01T16:12:10.397" v="6263" actId="700"/>
          <ac:spMkLst>
            <pc:docMk/>
            <pc:sldMk cId="2285449741" sldId="271"/>
            <ac:spMk id="5" creationId="{C275F679-7730-4329-9DE8-D8F95B2C2F34}"/>
          </ac:spMkLst>
        </pc:spChg>
        <pc:spChg chg="del">
          <ac:chgData name="laurent mayer" userId="c07e7b6061ff73d3" providerId="LiveId" clId="{7D450AA3-046A-48FC-ABB5-54D7AA942888}" dt="2021-09-01T16:12:10.397" v="6263" actId="700"/>
          <ac:spMkLst>
            <pc:docMk/>
            <pc:sldMk cId="2285449741" sldId="271"/>
            <ac:spMk id="6" creationId="{E1711B2A-E7AB-40EA-B098-9A418C863CF1}"/>
          </ac:spMkLst>
        </pc:spChg>
        <pc:spChg chg="add mod ord">
          <ac:chgData name="laurent mayer" userId="c07e7b6061ff73d3" providerId="LiveId" clId="{7D450AA3-046A-48FC-ABB5-54D7AA942888}" dt="2021-09-01T16:13:07.129" v="6286" actId="27636"/>
          <ac:spMkLst>
            <pc:docMk/>
            <pc:sldMk cId="2285449741" sldId="271"/>
            <ac:spMk id="7" creationId="{67E6E36D-86CE-47D1-954A-757E28D92C6B}"/>
          </ac:spMkLst>
        </pc:spChg>
        <pc:spChg chg="add del mod ord">
          <ac:chgData name="laurent mayer" userId="c07e7b6061ff73d3" providerId="LiveId" clId="{7D450AA3-046A-48FC-ABB5-54D7AA942888}" dt="2021-09-01T16:12:13.759" v="6264" actId="22"/>
          <ac:spMkLst>
            <pc:docMk/>
            <pc:sldMk cId="2285449741" sldId="271"/>
            <ac:spMk id="8" creationId="{9F15E310-A8AF-4247-864A-8A308095BDDD}"/>
          </ac:spMkLst>
        </pc:spChg>
        <pc:picChg chg="add mod ord">
          <ac:chgData name="laurent mayer" userId="c07e7b6061ff73d3" providerId="LiveId" clId="{7D450AA3-046A-48FC-ABB5-54D7AA942888}" dt="2021-09-01T16:13:10.540" v="6287" actId="14100"/>
          <ac:picMkLst>
            <pc:docMk/>
            <pc:sldMk cId="2285449741" sldId="271"/>
            <ac:picMk id="10" creationId="{C0AE6393-3337-4320-BB07-64527C83C3DE}"/>
          </ac:picMkLst>
        </pc:picChg>
      </pc:sldChg>
      <pc:sldChg chg="addSp delSp modSp new mod modTransition">
        <pc:chgData name="laurent mayer" userId="c07e7b6061ff73d3" providerId="LiveId" clId="{7D450AA3-046A-48FC-ABB5-54D7AA942888}" dt="2021-09-04T14:50:56.050" v="7078"/>
        <pc:sldMkLst>
          <pc:docMk/>
          <pc:sldMk cId="1938657038" sldId="272"/>
        </pc:sldMkLst>
        <pc:spChg chg="mod">
          <ac:chgData name="laurent mayer" userId="c07e7b6061ff73d3" providerId="LiveId" clId="{7D450AA3-046A-48FC-ABB5-54D7AA942888}" dt="2021-09-01T16:17:51.810" v="6360" actId="207"/>
          <ac:spMkLst>
            <pc:docMk/>
            <pc:sldMk cId="1938657038" sldId="272"/>
            <ac:spMk id="2" creationId="{07013891-A816-4E82-9609-09B625A9C671}"/>
          </ac:spMkLst>
        </pc:spChg>
        <pc:spChg chg="mod">
          <ac:chgData name="laurent mayer" userId="c07e7b6061ff73d3" providerId="LiveId" clId="{7D450AA3-046A-48FC-ABB5-54D7AA942888}" dt="2021-09-04T14:47:37.654" v="7030" actId="20577"/>
          <ac:spMkLst>
            <pc:docMk/>
            <pc:sldMk cId="1938657038" sldId="272"/>
            <ac:spMk id="3" creationId="{77A99FF2-0ADF-4726-99CA-88F2501CC9A5}"/>
          </ac:spMkLst>
        </pc:spChg>
        <pc:picChg chg="add del mod">
          <ac:chgData name="laurent mayer" userId="c07e7b6061ff73d3" providerId="LiveId" clId="{7D450AA3-046A-48FC-ABB5-54D7AA942888}" dt="2021-09-04T14:46:53.874" v="7018" actId="21"/>
          <ac:picMkLst>
            <pc:docMk/>
            <pc:sldMk cId="1938657038" sldId="272"/>
            <ac:picMk id="4" creationId="{2B57F479-058D-4156-8113-C66DDE326EC3}"/>
          </ac:picMkLst>
        </pc:picChg>
      </pc:sldChg>
      <pc:sldChg chg="addSp delSp modSp new mod modTransition chgLayout">
        <pc:chgData name="laurent mayer" userId="c07e7b6061ff73d3" providerId="LiveId" clId="{7D450AA3-046A-48FC-ABB5-54D7AA942888}" dt="2021-09-04T14:50:56.050" v="7078"/>
        <pc:sldMkLst>
          <pc:docMk/>
          <pc:sldMk cId="2586275938" sldId="273"/>
        </pc:sldMkLst>
        <pc:spChg chg="del">
          <ac:chgData name="laurent mayer" userId="c07e7b6061ff73d3" providerId="LiveId" clId="{7D450AA3-046A-48FC-ABB5-54D7AA942888}" dt="2021-09-04T14:47:05.467" v="7020" actId="700"/>
          <ac:spMkLst>
            <pc:docMk/>
            <pc:sldMk cId="2586275938" sldId="273"/>
            <ac:spMk id="2" creationId="{B02CB033-5750-4866-AE30-E76F23B3D4FA}"/>
          </ac:spMkLst>
        </pc:spChg>
        <pc:spChg chg="del">
          <ac:chgData name="laurent mayer" userId="c07e7b6061ff73d3" providerId="LiveId" clId="{7D450AA3-046A-48FC-ABB5-54D7AA942888}" dt="2021-09-04T14:47:05.467" v="7020" actId="700"/>
          <ac:spMkLst>
            <pc:docMk/>
            <pc:sldMk cId="2586275938" sldId="273"/>
            <ac:spMk id="3" creationId="{940DE387-47AD-4210-8126-D74775C1F5B4}"/>
          </ac:spMkLst>
        </pc:spChg>
        <pc:spChg chg="add mod ord">
          <ac:chgData name="laurent mayer" userId="c07e7b6061ff73d3" providerId="LiveId" clId="{7D450AA3-046A-48FC-ABB5-54D7AA942888}" dt="2021-09-04T14:48:33.918" v="7067" actId="122"/>
          <ac:spMkLst>
            <pc:docMk/>
            <pc:sldMk cId="2586275938" sldId="273"/>
            <ac:spMk id="4" creationId="{72DE6800-6223-4850-91CD-8B369F4EF3E6}"/>
          </ac:spMkLst>
        </pc:spChg>
        <pc:spChg chg="add mod ord">
          <ac:chgData name="laurent mayer" userId="c07e7b6061ff73d3" providerId="LiveId" clId="{7D450AA3-046A-48FC-ABB5-54D7AA942888}" dt="2021-09-04T14:48:49.855" v="7069" actId="20577"/>
          <ac:spMkLst>
            <pc:docMk/>
            <pc:sldMk cId="2586275938" sldId="273"/>
            <ac:spMk id="5" creationId="{249A0B5D-F80C-437F-BDCE-47625C1F1123}"/>
          </ac:spMkLst>
        </pc:spChg>
        <pc:picChg chg="add mod">
          <ac:chgData name="laurent mayer" userId="c07e7b6061ff73d3" providerId="LiveId" clId="{7D450AA3-046A-48FC-ABB5-54D7AA942888}" dt="2021-09-04T14:48:02.263" v="7035" actId="1076"/>
          <ac:picMkLst>
            <pc:docMk/>
            <pc:sldMk cId="2586275938" sldId="273"/>
            <ac:picMk id="6" creationId="{6D08AE7B-34F8-49E9-9072-57A8DEFB5124}"/>
          </ac:picMkLst>
        </pc:picChg>
      </pc:sldChg>
      <pc:sldMasterChg chg="modTransition setBg modSldLayout">
        <pc:chgData name="laurent mayer" userId="c07e7b6061ff73d3" providerId="LiveId" clId="{7D450AA3-046A-48FC-ABB5-54D7AA942888}" dt="2021-09-04T14:50:56.050" v="7078"/>
        <pc:sldMasterMkLst>
          <pc:docMk/>
          <pc:sldMasterMk cId="3472988572" sldId="2147483648"/>
        </pc:sldMasterMkLst>
        <pc:sldLayoutChg chg="modTransition setBg">
          <pc:chgData name="laurent mayer" userId="c07e7b6061ff73d3" providerId="LiveId" clId="{7D450AA3-046A-48FC-ABB5-54D7AA942888}" dt="2021-09-04T14:50:56.050" v="7078"/>
          <pc:sldLayoutMkLst>
            <pc:docMk/>
            <pc:sldMasterMk cId="3472988572" sldId="2147483648"/>
            <pc:sldLayoutMk cId="522942888" sldId="2147483649"/>
          </pc:sldLayoutMkLst>
        </pc:sldLayoutChg>
        <pc:sldLayoutChg chg="modTransition setBg">
          <pc:chgData name="laurent mayer" userId="c07e7b6061ff73d3" providerId="LiveId" clId="{7D450AA3-046A-48FC-ABB5-54D7AA942888}" dt="2021-09-04T14:50:56.050" v="7078"/>
          <pc:sldLayoutMkLst>
            <pc:docMk/>
            <pc:sldMasterMk cId="3472988572" sldId="2147483648"/>
            <pc:sldLayoutMk cId="2717460069" sldId="2147483650"/>
          </pc:sldLayoutMkLst>
        </pc:sldLayoutChg>
        <pc:sldLayoutChg chg="modTransition setBg">
          <pc:chgData name="laurent mayer" userId="c07e7b6061ff73d3" providerId="LiveId" clId="{7D450AA3-046A-48FC-ABB5-54D7AA942888}" dt="2021-09-04T14:50:56.050" v="7078"/>
          <pc:sldLayoutMkLst>
            <pc:docMk/>
            <pc:sldMasterMk cId="3472988572" sldId="2147483648"/>
            <pc:sldLayoutMk cId="175018453" sldId="2147483651"/>
          </pc:sldLayoutMkLst>
        </pc:sldLayoutChg>
        <pc:sldLayoutChg chg="modTransition setBg">
          <pc:chgData name="laurent mayer" userId="c07e7b6061ff73d3" providerId="LiveId" clId="{7D450AA3-046A-48FC-ABB5-54D7AA942888}" dt="2021-09-04T14:50:56.050" v="7078"/>
          <pc:sldLayoutMkLst>
            <pc:docMk/>
            <pc:sldMasterMk cId="3472988572" sldId="2147483648"/>
            <pc:sldLayoutMk cId="1866912151" sldId="2147483652"/>
          </pc:sldLayoutMkLst>
        </pc:sldLayoutChg>
        <pc:sldLayoutChg chg="modTransition setBg">
          <pc:chgData name="laurent mayer" userId="c07e7b6061ff73d3" providerId="LiveId" clId="{7D450AA3-046A-48FC-ABB5-54D7AA942888}" dt="2021-09-04T14:50:56.050" v="7078"/>
          <pc:sldLayoutMkLst>
            <pc:docMk/>
            <pc:sldMasterMk cId="3472988572" sldId="2147483648"/>
            <pc:sldLayoutMk cId="4205362336" sldId="2147483653"/>
          </pc:sldLayoutMkLst>
        </pc:sldLayoutChg>
        <pc:sldLayoutChg chg="modTransition setBg">
          <pc:chgData name="laurent mayer" userId="c07e7b6061ff73d3" providerId="LiveId" clId="{7D450AA3-046A-48FC-ABB5-54D7AA942888}" dt="2021-09-04T14:50:56.050" v="7078"/>
          <pc:sldLayoutMkLst>
            <pc:docMk/>
            <pc:sldMasterMk cId="3472988572" sldId="2147483648"/>
            <pc:sldLayoutMk cId="2763810041" sldId="2147483654"/>
          </pc:sldLayoutMkLst>
        </pc:sldLayoutChg>
        <pc:sldLayoutChg chg="modTransition setBg">
          <pc:chgData name="laurent mayer" userId="c07e7b6061ff73d3" providerId="LiveId" clId="{7D450AA3-046A-48FC-ABB5-54D7AA942888}" dt="2021-09-04T14:50:56.050" v="7078"/>
          <pc:sldLayoutMkLst>
            <pc:docMk/>
            <pc:sldMasterMk cId="3472988572" sldId="2147483648"/>
            <pc:sldLayoutMk cId="1203260815" sldId="2147483655"/>
          </pc:sldLayoutMkLst>
        </pc:sldLayoutChg>
        <pc:sldLayoutChg chg="modTransition setBg">
          <pc:chgData name="laurent mayer" userId="c07e7b6061ff73d3" providerId="LiveId" clId="{7D450AA3-046A-48FC-ABB5-54D7AA942888}" dt="2021-09-04T14:50:56.050" v="7078"/>
          <pc:sldLayoutMkLst>
            <pc:docMk/>
            <pc:sldMasterMk cId="3472988572" sldId="2147483648"/>
            <pc:sldLayoutMk cId="2295651117" sldId="2147483656"/>
          </pc:sldLayoutMkLst>
        </pc:sldLayoutChg>
        <pc:sldLayoutChg chg="modTransition setBg">
          <pc:chgData name="laurent mayer" userId="c07e7b6061ff73d3" providerId="LiveId" clId="{7D450AA3-046A-48FC-ABB5-54D7AA942888}" dt="2021-09-04T14:50:56.050" v="7078"/>
          <pc:sldLayoutMkLst>
            <pc:docMk/>
            <pc:sldMasterMk cId="3472988572" sldId="2147483648"/>
            <pc:sldLayoutMk cId="3151545004" sldId="2147483657"/>
          </pc:sldLayoutMkLst>
        </pc:sldLayoutChg>
        <pc:sldLayoutChg chg="modTransition setBg">
          <pc:chgData name="laurent mayer" userId="c07e7b6061ff73d3" providerId="LiveId" clId="{7D450AA3-046A-48FC-ABB5-54D7AA942888}" dt="2021-09-04T14:50:56.050" v="7078"/>
          <pc:sldLayoutMkLst>
            <pc:docMk/>
            <pc:sldMasterMk cId="3472988572" sldId="2147483648"/>
            <pc:sldLayoutMk cId="1542287250" sldId="2147483658"/>
          </pc:sldLayoutMkLst>
        </pc:sldLayoutChg>
        <pc:sldLayoutChg chg="modTransition setBg">
          <pc:chgData name="laurent mayer" userId="c07e7b6061ff73d3" providerId="LiveId" clId="{7D450AA3-046A-48FC-ABB5-54D7AA942888}" dt="2021-09-04T14:50:56.050" v="7078"/>
          <pc:sldLayoutMkLst>
            <pc:docMk/>
            <pc:sldMasterMk cId="3472988572" sldId="2147483648"/>
            <pc:sldLayoutMk cId="1887528514" sldId="2147483659"/>
          </pc:sldLayoutMkLst>
        </pc:sldLayoutChg>
      </pc:sldMasterChg>
    </pc:docChg>
  </pc:docChgLst>
  <pc:docChgLst>
    <pc:chgData name="laurent mayer" userId="c07e7b6061ff73d3" providerId="LiveId" clId="{0B6439F0-8A8A-4BDB-A0CB-2FDB8F38819E}"/>
    <pc:docChg chg="addSld delSld modSld">
      <pc:chgData name="laurent mayer" userId="c07e7b6061ff73d3" providerId="LiveId" clId="{0B6439F0-8A8A-4BDB-A0CB-2FDB8F38819E}" dt="2024-09-05T14:48:44.063" v="99" actId="207"/>
      <pc:docMkLst>
        <pc:docMk/>
      </pc:docMkLst>
      <pc:sldChg chg="modSp mod">
        <pc:chgData name="laurent mayer" userId="c07e7b6061ff73d3" providerId="LiveId" clId="{0B6439F0-8A8A-4BDB-A0CB-2FDB8F38819E}" dt="2024-09-05T14:44:33.500" v="4" actId="207"/>
        <pc:sldMkLst>
          <pc:docMk/>
          <pc:sldMk cId="4033162268" sldId="258"/>
        </pc:sldMkLst>
        <pc:spChg chg="mod">
          <ac:chgData name="laurent mayer" userId="c07e7b6061ff73d3" providerId="LiveId" clId="{0B6439F0-8A8A-4BDB-A0CB-2FDB8F38819E}" dt="2024-09-05T14:44:33.500" v="4" actId="207"/>
          <ac:spMkLst>
            <pc:docMk/>
            <pc:sldMk cId="4033162268" sldId="258"/>
            <ac:spMk id="3" creationId="{D7D801D0-49F9-49B6-A0C8-C1C2FD858663}"/>
          </ac:spMkLst>
        </pc:spChg>
      </pc:sldChg>
      <pc:sldChg chg="modSp mod">
        <pc:chgData name="laurent mayer" userId="c07e7b6061ff73d3" providerId="LiveId" clId="{0B6439F0-8A8A-4BDB-A0CB-2FDB8F38819E}" dt="2024-09-05T14:44:59.469" v="7" actId="114"/>
        <pc:sldMkLst>
          <pc:docMk/>
          <pc:sldMk cId="2202625363" sldId="259"/>
        </pc:sldMkLst>
        <pc:spChg chg="mod">
          <ac:chgData name="laurent mayer" userId="c07e7b6061ff73d3" providerId="LiveId" clId="{0B6439F0-8A8A-4BDB-A0CB-2FDB8F38819E}" dt="2024-09-05T14:44:59.469" v="7" actId="114"/>
          <ac:spMkLst>
            <pc:docMk/>
            <pc:sldMk cId="2202625363" sldId="259"/>
            <ac:spMk id="3" creationId="{B138CE73-9161-4578-BA3E-BD70BB118CFC}"/>
          </ac:spMkLst>
        </pc:spChg>
      </pc:sldChg>
      <pc:sldChg chg="modSp mod">
        <pc:chgData name="laurent mayer" userId="c07e7b6061ff73d3" providerId="LiveId" clId="{0B6439F0-8A8A-4BDB-A0CB-2FDB8F38819E}" dt="2024-09-05T14:45:36.110" v="12" actId="207"/>
        <pc:sldMkLst>
          <pc:docMk/>
          <pc:sldMk cId="4137575012" sldId="260"/>
        </pc:sldMkLst>
        <pc:spChg chg="mod">
          <ac:chgData name="laurent mayer" userId="c07e7b6061ff73d3" providerId="LiveId" clId="{0B6439F0-8A8A-4BDB-A0CB-2FDB8F38819E}" dt="2024-09-05T14:45:36.110" v="12" actId="207"/>
          <ac:spMkLst>
            <pc:docMk/>
            <pc:sldMk cId="4137575012" sldId="260"/>
            <ac:spMk id="3" creationId="{E3CC8506-3F66-4901-B787-87052BBC1ABF}"/>
          </ac:spMkLst>
        </pc:spChg>
      </pc:sldChg>
      <pc:sldChg chg="modSp mod">
        <pc:chgData name="laurent mayer" userId="c07e7b6061ff73d3" providerId="LiveId" clId="{0B6439F0-8A8A-4BDB-A0CB-2FDB8F38819E}" dt="2024-09-05T14:45:08.665" v="8" actId="114"/>
        <pc:sldMkLst>
          <pc:docMk/>
          <pc:sldMk cId="1159492700" sldId="261"/>
        </pc:sldMkLst>
        <pc:spChg chg="mod">
          <ac:chgData name="laurent mayer" userId="c07e7b6061ff73d3" providerId="LiveId" clId="{0B6439F0-8A8A-4BDB-A0CB-2FDB8F38819E}" dt="2024-09-05T14:45:08.665" v="8" actId="114"/>
          <ac:spMkLst>
            <pc:docMk/>
            <pc:sldMk cId="1159492700" sldId="261"/>
            <ac:spMk id="3" creationId="{B3EB2172-8678-46E9-8D77-4F3693CC0272}"/>
          </ac:spMkLst>
        </pc:spChg>
      </pc:sldChg>
      <pc:sldChg chg="modSp mod">
        <pc:chgData name="laurent mayer" userId="c07e7b6061ff73d3" providerId="LiveId" clId="{0B6439F0-8A8A-4BDB-A0CB-2FDB8F38819E}" dt="2024-09-05T14:47:14.765" v="96" actId="207"/>
        <pc:sldMkLst>
          <pc:docMk/>
          <pc:sldMk cId="783092640" sldId="263"/>
        </pc:sldMkLst>
        <pc:spChg chg="mod">
          <ac:chgData name="laurent mayer" userId="c07e7b6061ff73d3" providerId="LiveId" clId="{0B6439F0-8A8A-4BDB-A0CB-2FDB8F38819E}" dt="2024-09-05T14:47:14.765" v="96" actId="207"/>
          <ac:spMkLst>
            <pc:docMk/>
            <pc:sldMk cId="783092640" sldId="263"/>
            <ac:spMk id="3" creationId="{4E9D8150-D681-463F-AD42-D81B997FE06E}"/>
          </ac:spMkLst>
        </pc:spChg>
      </pc:sldChg>
      <pc:sldChg chg="modSp mod">
        <pc:chgData name="laurent mayer" userId="c07e7b6061ff73d3" providerId="LiveId" clId="{0B6439F0-8A8A-4BDB-A0CB-2FDB8F38819E}" dt="2024-09-05T14:47:43.625" v="97" actId="20577"/>
        <pc:sldMkLst>
          <pc:docMk/>
          <pc:sldMk cId="1783145603" sldId="264"/>
        </pc:sldMkLst>
        <pc:spChg chg="mod">
          <ac:chgData name="laurent mayer" userId="c07e7b6061ff73d3" providerId="LiveId" clId="{0B6439F0-8A8A-4BDB-A0CB-2FDB8F38819E}" dt="2024-09-05T14:47:43.625" v="97" actId="20577"/>
          <ac:spMkLst>
            <pc:docMk/>
            <pc:sldMk cId="1783145603" sldId="264"/>
            <ac:spMk id="3" creationId="{E62F7E85-49FE-4501-A08C-C777C2C51FE5}"/>
          </ac:spMkLst>
        </pc:spChg>
      </pc:sldChg>
      <pc:sldChg chg="modSp mod">
        <pc:chgData name="laurent mayer" userId="c07e7b6061ff73d3" providerId="LiveId" clId="{0B6439F0-8A8A-4BDB-A0CB-2FDB8F38819E}" dt="2024-09-05T14:44:46.340" v="6" actId="114"/>
        <pc:sldMkLst>
          <pc:docMk/>
          <pc:sldMk cId="2942347136" sldId="267"/>
        </pc:sldMkLst>
        <pc:spChg chg="mod">
          <ac:chgData name="laurent mayer" userId="c07e7b6061ff73d3" providerId="LiveId" clId="{0B6439F0-8A8A-4BDB-A0CB-2FDB8F38819E}" dt="2024-09-05T14:44:46.340" v="6" actId="114"/>
          <ac:spMkLst>
            <pc:docMk/>
            <pc:sldMk cId="2942347136" sldId="267"/>
            <ac:spMk id="3" creationId="{39844823-2ACF-4C69-98BF-F99FDF793C32}"/>
          </ac:spMkLst>
        </pc:spChg>
      </pc:sldChg>
      <pc:sldChg chg="modSp del mod">
        <pc:chgData name="laurent mayer" userId="c07e7b6061ff73d3" providerId="LiveId" clId="{0B6439F0-8A8A-4BDB-A0CB-2FDB8F38819E}" dt="2024-09-02T15:33:21.542" v="2" actId="2696"/>
        <pc:sldMkLst>
          <pc:docMk/>
          <pc:sldMk cId="4268552353" sldId="275"/>
        </pc:sldMkLst>
        <pc:spChg chg="mod">
          <ac:chgData name="laurent mayer" userId="c07e7b6061ff73d3" providerId="LiveId" clId="{0B6439F0-8A8A-4BDB-A0CB-2FDB8F38819E}" dt="2024-09-02T15:33:09.075" v="1" actId="20577"/>
          <ac:spMkLst>
            <pc:docMk/>
            <pc:sldMk cId="4268552353" sldId="275"/>
            <ac:spMk id="2" creationId="{8CB4570E-E2FC-D96A-152B-2A2187EB8BAE}"/>
          </ac:spMkLst>
        </pc:spChg>
      </pc:sldChg>
      <pc:sldChg chg="modSp add mod">
        <pc:chgData name="laurent mayer" userId="c07e7b6061ff73d3" providerId="LiveId" clId="{0B6439F0-8A8A-4BDB-A0CB-2FDB8F38819E}" dt="2024-09-05T14:48:44.063" v="99" actId="207"/>
        <pc:sldMkLst>
          <pc:docMk/>
          <pc:sldMk cId="3575189392" sldId="276"/>
        </pc:sldMkLst>
        <pc:spChg chg="mod">
          <ac:chgData name="laurent mayer" userId="c07e7b6061ff73d3" providerId="LiveId" clId="{0B6439F0-8A8A-4BDB-A0CB-2FDB8F38819E}" dt="2024-09-05T14:48:44.063" v="99" actId="207"/>
          <ac:spMkLst>
            <pc:docMk/>
            <pc:sldMk cId="3575189392" sldId="276"/>
            <ac:spMk id="2" creationId="{0BE0E897-9AED-30BD-48D9-2ECCEF704597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D20319-3B9C-4896-8274-039CF9188157}" type="doc">
      <dgm:prSet loTypeId="urn:microsoft.com/office/officeart/2018/2/layout/IconVerticalSolidList" loCatId="icon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C293F2FA-E6CC-46E0-B18C-4F9716B01B05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/>
            <a:t>Jeu MMORPG en 3D.</a:t>
          </a:r>
          <a:endParaRPr lang="fr-FR"/>
        </a:p>
      </dgm:t>
    </dgm:pt>
    <dgm:pt modelId="{663F3FAD-A13A-4653-97CC-91D3288D949B}" type="parTrans" cxnId="{BABEFE80-B41C-4375-B3F6-F6F951D2B852}">
      <dgm:prSet/>
      <dgm:spPr/>
      <dgm:t>
        <a:bodyPr/>
        <a:lstStyle/>
        <a:p>
          <a:endParaRPr lang="en-US"/>
        </a:p>
      </dgm:t>
    </dgm:pt>
    <dgm:pt modelId="{DA258929-5D16-4310-9814-B633E16D294B}" type="sibTrans" cxnId="{BABEFE80-B41C-4375-B3F6-F6F951D2B852}">
      <dgm:prSet/>
      <dgm:spPr/>
      <dgm:t>
        <a:bodyPr/>
        <a:lstStyle/>
        <a:p>
          <a:endParaRPr lang="en-US"/>
        </a:p>
      </dgm:t>
    </dgm:pt>
    <dgm:pt modelId="{AC877EA2-0386-421E-881E-535DC4A32999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 dirty="0"/>
            <a:t>Base de données, langage C#</a:t>
          </a:r>
          <a:endParaRPr lang="en-US" dirty="0"/>
        </a:p>
      </dgm:t>
    </dgm:pt>
    <dgm:pt modelId="{8F99D11D-26C5-48BC-9796-4DFA5EB2C8CB}" type="parTrans" cxnId="{CC1BAC9D-BD38-46A3-AB4F-DF8680F39780}">
      <dgm:prSet/>
      <dgm:spPr/>
      <dgm:t>
        <a:bodyPr/>
        <a:lstStyle/>
        <a:p>
          <a:endParaRPr lang="en-US"/>
        </a:p>
      </dgm:t>
    </dgm:pt>
    <dgm:pt modelId="{F55F267B-5325-485E-8718-341A4062B899}" type="sibTrans" cxnId="{CC1BAC9D-BD38-46A3-AB4F-DF8680F39780}">
      <dgm:prSet/>
      <dgm:spPr/>
      <dgm:t>
        <a:bodyPr/>
        <a:lstStyle/>
        <a:p>
          <a:endParaRPr lang="en-US"/>
        </a:p>
      </dgm:t>
    </dgm:pt>
    <dgm:pt modelId="{56CB452B-794C-4227-9A56-3EEA995F0967}" type="pres">
      <dgm:prSet presAssocID="{ADD20319-3B9C-4896-8274-039CF9188157}" presName="root" presStyleCnt="0">
        <dgm:presLayoutVars>
          <dgm:dir/>
          <dgm:resizeHandles val="exact"/>
        </dgm:presLayoutVars>
      </dgm:prSet>
      <dgm:spPr/>
    </dgm:pt>
    <dgm:pt modelId="{86E18DEF-AF16-4B96-8803-38590D25BCAF}" type="pres">
      <dgm:prSet presAssocID="{C293F2FA-E6CC-46E0-B18C-4F9716B01B05}" presName="compNode" presStyleCnt="0"/>
      <dgm:spPr/>
    </dgm:pt>
    <dgm:pt modelId="{DAB3244D-2ADE-497E-A014-E247B7EBEFA3}" type="pres">
      <dgm:prSet presAssocID="{C293F2FA-E6CC-46E0-B18C-4F9716B01B05}" presName="bgRect" presStyleLbl="bgShp" presStyleIdx="0" presStyleCnt="2"/>
      <dgm:spPr/>
    </dgm:pt>
    <dgm:pt modelId="{176C1565-E209-4595-A4F1-71801D9692CC}" type="pres">
      <dgm:prSet presAssocID="{C293F2FA-E6CC-46E0-B18C-4F9716B01B0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F9853C81-28E1-4A27-8809-D1463516B5AC}" type="pres">
      <dgm:prSet presAssocID="{C293F2FA-E6CC-46E0-B18C-4F9716B01B05}" presName="spaceRect" presStyleCnt="0"/>
      <dgm:spPr/>
    </dgm:pt>
    <dgm:pt modelId="{5D7A4B28-2A06-4598-8002-2733F21AF503}" type="pres">
      <dgm:prSet presAssocID="{C293F2FA-E6CC-46E0-B18C-4F9716B01B05}" presName="parTx" presStyleLbl="revTx" presStyleIdx="0" presStyleCnt="2">
        <dgm:presLayoutVars>
          <dgm:chMax val="0"/>
          <dgm:chPref val="0"/>
        </dgm:presLayoutVars>
      </dgm:prSet>
      <dgm:spPr/>
    </dgm:pt>
    <dgm:pt modelId="{724A599C-5A39-4955-80A3-C7227DC1872C}" type="pres">
      <dgm:prSet presAssocID="{DA258929-5D16-4310-9814-B633E16D294B}" presName="sibTrans" presStyleCnt="0"/>
      <dgm:spPr/>
    </dgm:pt>
    <dgm:pt modelId="{37362A27-C390-458A-91B0-7F83DBBDB70F}" type="pres">
      <dgm:prSet presAssocID="{AC877EA2-0386-421E-881E-535DC4A32999}" presName="compNode" presStyleCnt="0"/>
      <dgm:spPr/>
    </dgm:pt>
    <dgm:pt modelId="{ACC0C0CC-F00E-4F3F-9282-7704CDECF386}" type="pres">
      <dgm:prSet presAssocID="{AC877EA2-0386-421E-881E-535DC4A32999}" presName="bgRect" presStyleLbl="bgShp" presStyleIdx="1" presStyleCnt="2"/>
      <dgm:spPr/>
    </dgm:pt>
    <dgm:pt modelId="{B01B232B-E621-487F-8A27-77EBD1A74A0B}" type="pres">
      <dgm:prSet presAssocID="{AC877EA2-0386-421E-881E-535DC4A32999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3979860-73D9-4D6F-AB00-024DF8C895D8}" type="pres">
      <dgm:prSet presAssocID="{AC877EA2-0386-421E-881E-535DC4A32999}" presName="spaceRect" presStyleCnt="0"/>
      <dgm:spPr/>
    </dgm:pt>
    <dgm:pt modelId="{D8C55ED5-1EB9-4853-8B5F-9603460FB347}" type="pres">
      <dgm:prSet presAssocID="{AC877EA2-0386-421E-881E-535DC4A3299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BABEFE80-B41C-4375-B3F6-F6F951D2B852}" srcId="{ADD20319-3B9C-4896-8274-039CF9188157}" destId="{C293F2FA-E6CC-46E0-B18C-4F9716B01B05}" srcOrd="0" destOrd="0" parTransId="{663F3FAD-A13A-4653-97CC-91D3288D949B}" sibTransId="{DA258929-5D16-4310-9814-B633E16D294B}"/>
    <dgm:cxn modelId="{0797A488-BE0F-41D7-A668-4CAA702B849B}" type="presOf" srcId="{C293F2FA-E6CC-46E0-B18C-4F9716B01B05}" destId="{5D7A4B28-2A06-4598-8002-2733F21AF503}" srcOrd="0" destOrd="0" presId="urn:microsoft.com/office/officeart/2018/2/layout/IconVerticalSolidList"/>
    <dgm:cxn modelId="{CC1BAC9D-BD38-46A3-AB4F-DF8680F39780}" srcId="{ADD20319-3B9C-4896-8274-039CF9188157}" destId="{AC877EA2-0386-421E-881E-535DC4A32999}" srcOrd="1" destOrd="0" parTransId="{8F99D11D-26C5-48BC-9796-4DFA5EB2C8CB}" sibTransId="{F55F267B-5325-485E-8718-341A4062B899}"/>
    <dgm:cxn modelId="{9FBB66DC-CB3C-46EF-8CBE-38D5A6FF2F75}" type="presOf" srcId="{AC877EA2-0386-421E-881E-535DC4A32999}" destId="{D8C55ED5-1EB9-4853-8B5F-9603460FB347}" srcOrd="0" destOrd="0" presId="urn:microsoft.com/office/officeart/2018/2/layout/IconVerticalSolidList"/>
    <dgm:cxn modelId="{C7C015E2-FCEA-431D-A3D7-B951BB5B0180}" type="presOf" srcId="{ADD20319-3B9C-4896-8274-039CF9188157}" destId="{56CB452B-794C-4227-9A56-3EEA995F0967}" srcOrd="0" destOrd="0" presId="urn:microsoft.com/office/officeart/2018/2/layout/IconVerticalSolidList"/>
    <dgm:cxn modelId="{809E7385-6D58-47DE-9B38-23DB973CB665}" type="presParOf" srcId="{56CB452B-794C-4227-9A56-3EEA995F0967}" destId="{86E18DEF-AF16-4B96-8803-38590D25BCAF}" srcOrd="0" destOrd="0" presId="urn:microsoft.com/office/officeart/2018/2/layout/IconVerticalSolidList"/>
    <dgm:cxn modelId="{8B431E54-F6DA-41ED-9087-46AD781FB7B2}" type="presParOf" srcId="{86E18DEF-AF16-4B96-8803-38590D25BCAF}" destId="{DAB3244D-2ADE-497E-A014-E247B7EBEFA3}" srcOrd="0" destOrd="0" presId="urn:microsoft.com/office/officeart/2018/2/layout/IconVerticalSolidList"/>
    <dgm:cxn modelId="{6553FCF2-C64E-4A43-A617-2D0CA8442384}" type="presParOf" srcId="{86E18DEF-AF16-4B96-8803-38590D25BCAF}" destId="{176C1565-E209-4595-A4F1-71801D9692CC}" srcOrd="1" destOrd="0" presId="urn:microsoft.com/office/officeart/2018/2/layout/IconVerticalSolidList"/>
    <dgm:cxn modelId="{9C59DA38-BEBC-47D3-8289-7E9E32620719}" type="presParOf" srcId="{86E18DEF-AF16-4B96-8803-38590D25BCAF}" destId="{F9853C81-28E1-4A27-8809-D1463516B5AC}" srcOrd="2" destOrd="0" presId="urn:microsoft.com/office/officeart/2018/2/layout/IconVerticalSolidList"/>
    <dgm:cxn modelId="{4152CD67-0C1A-4DED-870B-219D830FAB33}" type="presParOf" srcId="{86E18DEF-AF16-4B96-8803-38590D25BCAF}" destId="{5D7A4B28-2A06-4598-8002-2733F21AF503}" srcOrd="3" destOrd="0" presId="urn:microsoft.com/office/officeart/2018/2/layout/IconVerticalSolidList"/>
    <dgm:cxn modelId="{192AD043-EC62-4D83-B807-C518B493ED9C}" type="presParOf" srcId="{56CB452B-794C-4227-9A56-3EEA995F0967}" destId="{724A599C-5A39-4955-80A3-C7227DC1872C}" srcOrd="1" destOrd="0" presId="urn:microsoft.com/office/officeart/2018/2/layout/IconVerticalSolidList"/>
    <dgm:cxn modelId="{DDDB21D3-C412-450A-AD49-99FBC7D94CDC}" type="presParOf" srcId="{56CB452B-794C-4227-9A56-3EEA995F0967}" destId="{37362A27-C390-458A-91B0-7F83DBBDB70F}" srcOrd="2" destOrd="0" presId="urn:microsoft.com/office/officeart/2018/2/layout/IconVerticalSolidList"/>
    <dgm:cxn modelId="{287989B2-EEE0-4A53-A9F0-2A3FE4014535}" type="presParOf" srcId="{37362A27-C390-458A-91B0-7F83DBBDB70F}" destId="{ACC0C0CC-F00E-4F3F-9282-7704CDECF386}" srcOrd="0" destOrd="0" presId="urn:microsoft.com/office/officeart/2018/2/layout/IconVerticalSolidList"/>
    <dgm:cxn modelId="{54D5CABE-7785-408A-A023-18919D9BE11E}" type="presParOf" srcId="{37362A27-C390-458A-91B0-7F83DBBDB70F}" destId="{B01B232B-E621-487F-8A27-77EBD1A74A0B}" srcOrd="1" destOrd="0" presId="urn:microsoft.com/office/officeart/2018/2/layout/IconVerticalSolidList"/>
    <dgm:cxn modelId="{12C4C5D5-6DFD-4B3A-AE47-BAFAE6305B9C}" type="presParOf" srcId="{37362A27-C390-458A-91B0-7F83DBBDB70F}" destId="{A3979860-73D9-4D6F-AB00-024DF8C895D8}" srcOrd="2" destOrd="0" presId="urn:microsoft.com/office/officeart/2018/2/layout/IconVerticalSolidList"/>
    <dgm:cxn modelId="{245165FF-DBB9-4EAD-B9AC-AC970D77E879}" type="presParOf" srcId="{37362A27-C390-458A-91B0-7F83DBBDB70F}" destId="{D8C55ED5-1EB9-4853-8B5F-9603460FB34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B3244D-2ADE-497E-A014-E247B7EBEFA3}">
      <dsp:nvSpPr>
        <dsp:cNvPr id="0" name=""/>
        <dsp:cNvSpPr/>
      </dsp:nvSpPr>
      <dsp:spPr>
        <a:xfrm>
          <a:off x="0" y="546598"/>
          <a:ext cx="5540828" cy="10091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6C1565-E209-4595-A4F1-71801D9692CC}">
      <dsp:nvSpPr>
        <dsp:cNvPr id="0" name=""/>
        <dsp:cNvSpPr/>
      </dsp:nvSpPr>
      <dsp:spPr>
        <a:xfrm>
          <a:off x="305254" y="773647"/>
          <a:ext cx="555008" cy="5550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7A4B28-2A06-4598-8002-2733F21AF503}">
      <dsp:nvSpPr>
        <dsp:cNvPr id="0" name=""/>
        <dsp:cNvSpPr/>
      </dsp:nvSpPr>
      <dsp:spPr>
        <a:xfrm>
          <a:off x="1165516" y="546598"/>
          <a:ext cx="4375312" cy="1009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797" tIns="106797" rIns="106797" bIns="10679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b="1" kern="1200"/>
            <a:t>Jeu MMORPG en 3D.</a:t>
          </a:r>
          <a:endParaRPr lang="fr-FR" sz="2500" kern="1200"/>
        </a:p>
      </dsp:txBody>
      <dsp:txXfrm>
        <a:off x="1165516" y="546598"/>
        <a:ext cx="4375312" cy="1009105"/>
      </dsp:txXfrm>
    </dsp:sp>
    <dsp:sp modelId="{ACC0C0CC-F00E-4F3F-9282-7704CDECF386}">
      <dsp:nvSpPr>
        <dsp:cNvPr id="0" name=""/>
        <dsp:cNvSpPr/>
      </dsp:nvSpPr>
      <dsp:spPr>
        <a:xfrm>
          <a:off x="0" y="1807980"/>
          <a:ext cx="5540828" cy="10091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1B232B-E621-487F-8A27-77EBD1A74A0B}">
      <dsp:nvSpPr>
        <dsp:cNvPr id="0" name=""/>
        <dsp:cNvSpPr/>
      </dsp:nvSpPr>
      <dsp:spPr>
        <a:xfrm>
          <a:off x="305254" y="2035029"/>
          <a:ext cx="555008" cy="5550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C55ED5-1EB9-4853-8B5F-9603460FB347}">
      <dsp:nvSpPr>
        <dsp:cNvPr id="0" name=""/>
        <dsp:cNvSpPr/>
      </dsp:nvSpPr>
      <dsp:spPr>
        <a:xfrm>
          <a:off x="1165516" y="1807980"/>
          <a:ext cx="4375312" cy="1009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797" tIns="106797" rIns="106797" bIns="10679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b="1" kern="1200" dirty="0"/>
            <a:t>Base de données, langage C#</a:t>
          </a:r>
          <a:endParaRPr lang="en-US" sz="2500" kern="1200" dirty="0"/>
        </a:p>
      </dsp:txBody>
      <dsp:txXfrm>
        <a:off x="1165516" y="1807980"/>
        <a:ext cx="4375312" cy="10091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9554E7-5E09-438E-8367-7AE66A4F1B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31983D8-24CF-4115-A980-196E964A8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89AF1D-D753-48D2-A664-940DAB7FF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A2E6-7436-4431-B7FD-18DF53C8EC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4C37FC-E2D4-475E-BCCF-9C81B8DCC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226882-D89A-478D-B7A2-225EA964F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0666-104E-4934-84F4-8F1638C3D5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2942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C6AEF6-BAEE-4CE0-BB04-EC00BA62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EA494B-9BBD-4FAF-BD5C-5A7313AB6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54ED5-BBE3-4190-B536-A83E33F4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A2E6-7436-4431-B7FD-18DF53C8EC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C829F3-FF3A-47A0-875A-514938283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369E64-6D92-465E-8AC5-D0148E61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0666-104E-4934-84F4-8F1638C3D5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746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EC196B-A533-48C7-8F57-3A011D33E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C2638F-57DB-4586-9382-75D94B4C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E40D5F-9C9C-4B40-ADA2-E11607B0E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A2E6-7436-4431-B7FD-18DF53C8EC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05C532-5EB5-4AC1-9BE8-8F1FE7B4A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C66AE2-F569-41DF-85CC-ACDA8A2FF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0666-104E-4934-84F4-8F1638C3D5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018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2B9F67-474B-4EDD-9F44-656AC937C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65143F-9D79-47AD-845B-EEFDB3017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D1BCD47-C4E5-4A04-BFF2-664218342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B4F12CA-0375-49A3-A10A-365327AC8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A2E6-7436-4431-B7FD-18DF53C8EC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8D5D899-2A7E-422F-A3EF-A631B19CD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92F314B-403D-4C59-972F-03E18DA9A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0666-104E-4934-84F4-8F1638C3D5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691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B365FC-D141-4615-AC6D-6E8C852C9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515B7C1-8419-4A06-A379-9E5EE0BB9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672CE19-8AC8-459C-A754-C6DF9E48F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F603055-E1E1-4F33-B82D-A57B824435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2AA82D3-52AF-4E33-B1AC-46E5C65D07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D7D1661-4265-4612-91C8-25DEAD345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A2E6-7436-4431-B7FD-18DF53C8EC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7722567-B41F-4018-B12E-29F45A871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927945A-655F-42CF-9A37-9BD7A610E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0666-104E-4934-84F4-8F1638C3D5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5362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4AF776-D4E6-46D1-81DA-1529A5834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457C8A9-82B8-4D91-BE66-F714DC575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A2E6-7436-4431-B7FD-18DF53C8EC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D9B8B55-7756-4B73-974F-502C4D56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A3258FC-A707-40AB-B0B9-72C1E1F9F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0666-104E-4934-84F4-8F1638C3D5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381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DEBB0CB-D84D-424A-AB1F-C80B12296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A2E6-7436-4431-B7FD-18DF53C8EC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A34950E-C417-4F33-A634-247B33237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B8BF6F-0404-4242-A681-860EBE029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0666-104E-4934-84F4-8F1638C3D5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3260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4B9E23-0BA4-4CF7-8D77-E5EAE8325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76F1E5-F6DE-498B-9C31-0F5D111E1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6BF0C3A-CCEE-4E10-832F-741C421EF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6769647-A7BB-41ED-8442-7709F616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A2E6-7436-4431-B7FD-18DF53C8EC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E1B1D80-6C16-46C7-85FE-A10CA4622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9DF27FE-92F7-495E-A146-FB729E4A5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0666-104E-4934-84F4-8F1638C3D5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5651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B8C51B-1DB3-4E69-AD26-BA4B64F3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324E505-1489-4E89-9ECC-16284765A6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AD8F8B5-5ACE-4FCF-AB7F-23B1C8B41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150C721-27CB-4132-87DF-D5579321C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A2E6-7436-4431-B7FD-18DF53C8EC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2C30E12-A9D8-4E33-A414-B3610D1E2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F6C9C77-FF0B-42E2-B73B-DE66374F1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0666-104E-4934-84F4-8F1638C3D5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1545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046E23-383B-475E-8749-8D3051CD6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54CBBB9-B248-4280-A163-5E7067FA4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10D138-3B1E-42AF-AD01-BEA8C5226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A2E6-7436-4431-B7FD-18DF53C8EC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8C1F65-91EA-4394-89E0-54454EB02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AF1B2B-A3A8-47B3-89A3-2B65395E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0666-104E-4934-84F4-8F1638C3D5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2287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E53FA46-43EB-4A67-917E-EE9E4B4490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052549A-CB57-4BB8-ACEB-90F362691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73A184-8B4F-4F23-85CB-06C4DE0F8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A2E6-7436-4431-B7FD-18DF53C8EC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C67D5F-B017-4138-B442-02146A495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801D1B-4328-4DA7-9D59-AFA49FC5B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0666-104E-4934-84F4-8F1638C3D5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7528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F24A432-651E-4F4B-BE4F-41C918153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669BE7-D53E-4EA9-B85A-F188D8D8D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8A4D7A-FA1A-4C48-AA8C-DD288A15C0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DA2E6-7436-4431-B7FD-18DF53C8EC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27321F-87E1-4BA4-9060-E4B33C564D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F979FF-B323-49F3-BB97-26F591E98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0666-104E-4934-84F4-8F1638C3D5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2988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4CD051-21A5-4382-B09C-85C2550763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35621"/>
          </a:xfrm>
        </p:spPr>
        <p:txBody>
          <a:bodyPr/>
          <a:lstStyle/>
          <a:p>
            <a:r>
              <a:rPr lang="fr-FR" b="1" dirty="0">
                <a:solidFill>
                  <a:schemeClr val="accent1"/>
                </a:solidFill>
              </a:rPr>
              <a:t>NSI en Terminale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60C1E33-E952-4DE0-B67F-BEAEAA2E6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9359"/>
            <a:ext cx="9144000" cy="2930769"/>
          </a:xfrm>
        </p:spPr>
        <p:txBody>
          <a:bodyPr/>
          <a:lstStyle/>
          <a:p>
            <a:r>
              <a:rPr lang="fr-FR" sz="3200" b="1" dirty="0">
                <a:effectLst>
                  <a:outerShdw blurRad="50800" dist="50800" dir="5400000" algn="ctr" rotWithShape="0">
                    <a:srgbClr val="FF0000"/>
                  </a:outerShdw>
                </a:effectLst>
              </a:rPr>
              <a:t>Sommaire</a:t>
            </a:r>
          </a:p>
          <a:p>
            <a:pPr algn="l"/>
            <a:endParaRPr lang="fr-FR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002060"/>
                </a:solidFill>
              </a:rPr>
              <a:t>Demandez le programme !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002060"/>
                </a:solidFill>
              </a:rPr>
              <a:t>Organisation des cours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002060"/>
                </a:solidFill>
              </a:rPr>
              <a:t>L’épreuve du baccalauréat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002060"/>
                </a:solidFill>
              </a:rPr>
              <a:t>Les projets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fr-FR" dirty="0"/>
          </a:p>
          <a:p>
            <a:pPr algn="l"/>
            <a:endParaRPr lang="fr-FR" dirty="0"/>
          </a:p>
          <a:p>
            <a:pPr algn="l"/>
            <a:endParaRPr lang="fr-FR" dirty="0"/>
          </a:p>
          <a:p>
            <a:pPr algn="l"/>
            <a:endParaRPr lang="fr-FR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2829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9978FE-EFC4-49C1-BA5B-85F4116D0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Demandez le programme !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ED4607-CE43-4C62-B323-C757C8956135}"/>
              </a:ext>
            </a:extLst>
          </p:cNvPr>
          <p:cNvSpPr>
            <a:spLocks noGrp="1"/>
          </p:cNvSpPr>
          <p:nvPr>
            <p:ph idx="1"/>
          </p:nvPr>
        </p:nvSpPr>
        <p:spPr>
          <a:effectLst/>
        </p:spPr>
        <p:txBody>
          <a:bodyPr/>
          <a:lstStyle/>
          <a:p>
            <a:pPr marL="0" indent="0" algn="ctr">
              <a:buNone/>
            </a:pPr>
            <a:r>
              <a:rPr lang="fr-FR" dirty="0"/>
              <a:t> </a:t>
            </a:r>
            <a: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Quatre grands thèmes</a:t>
            </a:r>
          </a:p>
          <a:p>
            <a:pPr marL="0" indent="0">
              <a:buNone/>
            </a:pPr>
            <a:endParaRPr lang="fr-FR" b="1" dirty="0"/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Données</a:t>
            </a:r>
            <a:r>
              <a:rPr lang="fr-FR" b="1" dirty="0">
                <a:solidFill>
                  <a:srgbClr val="002060"/>
                </a:solidFill>
              </a:rPr>
              <a:t> : représentent des informations très diverses sous forme unifiée.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Algorithmes</a:t>
            </a:r>
            <a:r>
              <a:rPr lang="fr-FR" b="1" dirty="0">
                <a:solidFill>
                  <a:srgbClr val="002060"/>
                </a:solidFill>
              </a:rPr>
              <a:t> : succession finie et ordonnées d’instructions en vue de résoudre un problème.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Langages</a:t>
            </a:r>
            <a:r>
              <a:rPr lang="fr-FR" b="1" dirty="0">
                <a:solidFill>
                  <a:srgbClr val="002060"/>
                </a:solidFill>
              </a:rPr>
              <a:t> : traduction d’algorithmes abstraits en programmes exécutables par une machine.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Machines</a:t>
            </a:r>
            <a:r>
              <a:rPr lang="fr-FR" b="1" dirty="0">
                <a:solidFill>
                  <a:srgbClr val="002060"/>
                </a:solidFill>
              </a:rPr>
              <a:t> : exécutent les programmes, assurent la persistance de données et gèrent la communication entre elles.</a:t>
            </a:r>
          </a:p>
        </p:txBody>
      </p:sp>
    </p:spTree>
    <p:extLst>
      <p:ext uri="{BB962C8B-B14F-4D97-AF65-F5344CB8AC3E}">
        <p14:creationId xmlns:p14="http://schemas.microsoft.com/office/powerpoint/2010/main" val="860698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CCDA59-9C20-4CAA-B42A-9659AAB46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Données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D801D0-49F9-49B6-A0C8-C1C2FD858663}"/>
              </a:ext>
            </a:extLst>
          </p:cNvPr>
          <p:cNvSpPr>
            <a:spLocks noGrp="1"/>
          </p:cNvSpPr>
          <p:nvPr>
            <p:ph idx="1"/>
          </p:nvPr>
        </p:nvSpPr>
        <p:spPr>
          <a:effectLst/>
        </p:spPr>
        <p:txBody>
          <a:bodyPr/>
          <a:lstStyle/>
          <a:p>
            <a:pPr marL="0" indent="0" algn="ctr">
              <a:buNone/>
            </a:pPr>
            <a: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Contenu du thème </a:t>
            </a:r>
          </a:p>
          <a:p>
            <a:pPr marL="0" indent="0">
              <a:buNone/>
            </a:pPr>
            <a:endParaRPr lang="fr-FR" b="1" dirty="0"/>
          </a:p>
          <a:p>
            <a:pPr marL="971550" lvl="1" indent="-514350">
              <a:buFont typeface="+mj-lt"/>
              <a:buAutoNum type="arabicPeriod"/>
            </a:pPr>
            <a:r>
              <a:rPr lang="fr-FR" b="1" dirty="0"/>
              <a:t> </a:t>
            </a:r>
            <a:r>
              <a:rPr lang="fr-FR" b="1" u="sng" dirty="0"/>
              <a:t>La programmation orientée objet</a:t>
            </a:r>
            <a:r>
              <a:rPr lang="fr-FR" b="1" dirty="0"/>
              <a:t> : </a:t>
            </a:r>
            <a:r>
              <a:rPr lang="fr-FR" b="1" dirty="0">
                <a:solidFill>
                  <a:srgbClr val="002060"/>
                </a:solidFill>
              </a:rPr>
              <a:t>classes, attributs, méthodes, </a:t>
            </a:r>
            <a:r>
              <a:rPr lang="fr-FR" b="1" i="1" dirty="0">
                <a:solidFill>
                  <a:srgbClr val="FF0000"/>
                </a:solidFill>
              </a:rPr>
              <a:t>héritage</a:t>
            </a:r>
            <a:r>
              <a:rPr lang="fr-FR" b="1" dirty="0">
                <a:solidFill>
                  <a:srgbClr val="FF0000"/>
                </a:solidFill>
              </a:rPr>
              <a:t>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et</a:t>
            </a:r>
            <a:r>
              <a:rPr lang="fr-FR" b="1" dirty="0">
                <a:solidFill>
                  <a:srgbClr val="FF0000"/>
                </a:solidFill>
              </a:rPr>
              <a:t> </a:t>
            </a:r>
            <a:r>
              <a:rPr lang="fr-FR" b="1" i="1" dirty="0">
                <a:solidFill>
                  <a:srgbClr val="FF0000"/>
                </a:solidFill>
              </a:rPr>
              <a:t>polymorphisme</a:t>
            </a:r>
            <a:r>
              <a:rPr lang="fr-FR" b="1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Listes, piles et files </a:t>
            </a:r>
            <a:r>
              <a:rPr lang="fr-FR" b="1" dirty="0"/>
              <a:t>: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modes LIFO / FIFO, listes chaînées et </a:t>
            </a:r>
            <a:r>
              <a:rPr lang="fr-FR" b="1" i="1" dirty="0">
                <a:solidFill>
                  <a:srgbClr val="FF0000"/>
                </a:solidFill>
              </a:rPr>
              <a:t>listes</a:t>
            </a:r>
            <a:r>
              <a:rPr lang="fr-FR" b="1" dirty="0"/>
              <a:t> </a:t>
            </a:r>
            <a:r>
              <a:rPr lang="fr-FR" b="1" i="1" dirty="0">
                <a:solidFill>
                  <a:srgbClr val="FF0000"/>
                </a:solidFill>
              </a:rPr>
              <a:t>doublement chaînées</a:t>
            </a:r>
            <a:r>
              <a:rPr lang="fr-FR" b="1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Structures hiérarchique </a:t>
            </a:r>
            <a:r>
              <a:rPr lang="fr-FR" b="1" dirty="0"/>
              <a:t>: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théorie des arbres, arbres binaires</a:t>
            </a:r>
            <a:r>
              <a:rPr lang="fr-FR" b="1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Structures relationnelles</a:t>
            </a:r>
            <a:r>
              <a:rPr lang="fr-FR" b="1" dirty="0"/>
              <a:t> :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théorie des graphes</a:t>
            </a:r>
            <a:r>
              <a:rPr lang="fr-FR" b="1" dirty="0"/>
              <a:t>.</a:t>
            </a:r>
          </a:p>
          <a:p>
            <a:pPr marL="457200" lvl="1" indent="0">
              <a:buNone/>
            </a:pPr>
            <a:endParaRPr lang="fr-FR" b="1" dirty="0"/>
          </a:p>
          <a:p>
            <a:pPr marL="457200" lvl="1" indent="0">
              <a:buNone/>
            </a:pPr>
            <a:endParaRPr lang="fr-FR" b="1" dirty="0"/>
          </a:p>
          <a:p>
            <a:pPr marL="457200" lvl="1" indent="0">
              <a:buNone/>
            </a:pPr>
            <a:endParaRPr lang="fr-FR" b="1" dirty="0">
              <a:solidFill>
                <a:srgbClr val="002060"/>
              </a:solidFill>
            </a:endParaRPr>
          </a:p>
          <a:p>
            <a:pPr marL="457200" lvl="1" indent="0">
              <a:buNone/>
            </a:pPr>
            <a:endParaRPr lang="fr-FR" b="1" dirty="0">
              <a:solidFill>
                <a:srgbClr val="002060"/>
              </a:solidFill>
            </a:endParaRPr>
          </a:p>
          <a:p>
            <a:pPr marL="457200" lvl="1" indent="0">
              <a:buNone/>
            </a:pPr>
            <a:endParaRPr lang="fr-FR" b="1" i="1" dirty="0">
              <a:solidFill>
                <a:srgbClr val="002060"/>
              </a:solidFill>
            </a:endParaRPr>
          </a:p>
          <a:p>
            <a:pPr marL="457200" lvl="1" indent="0">
              <a:buNone/>
            </a:pPr>
            <a:endParaRPr lang="fr-FR" b="1" i="1" dirty="0">
              <a:solidFill>
                <a:srgbClr val="002060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endParaRPr lang="fr-FR" b="1" i="1" dirty="0">
              <a:solidFill>
                <a:srgbClr val="002060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endParaRPr lang="fr-FR" b="1" i="1" dirty="0">
              <a:solidFill>
                <a:srgbClr val="002060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endParaRPr lang="fr-FR" b="1" i="1" dirty="0">
              <a:solidFill>
                <a:srgbClr val="002060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endParaRPr lang="fr-FR" b="1" i="1" dirty="0">
              <a:solidFill>
                <a:srgbClr val="002060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endParaRPr lang="fr-FR" b="1" i="1" dirty="0">
              <a:solidFill>
                <a:srgbClr val="002060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endParaRPr lang="fr-FR" b="1" i="1" u="sng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16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510692-A156-4A71-A743-9426B6300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Algorithmique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844823-2ACF-4C69-98BF-F99FDF793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Contenu du thème </a:t>
            </a:r>
          </a:p>
          <a:p>
            <a:pPr marL="0" indent="0">
              <a:buNone/>
            </a:pPr>
            <a:endParaRPr lang="fr-FR" b="1" dirty="0"/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Arbres binaires</a:t>
            </a:r>
            <a:r>
              <a:rPr lang="fr-FR" b="1" dirty="0"/>
              <a:t> : </a:t>
            </a:r>
            <a:r>
              <a:rPr lang="fr-FR" b="1" dirty="0">
                <a:solidFill>
                  <a:srgbClr val="002060"/>
                </a:solidFill>
              </a:rPr>
              <a:t>taille, hauteur d’un arbre. Ordres infixe, préfixe. Coût.</a:t>
            </a:r>
            <a:endParaRPr lang="fr-FR" b="1" dirty="0"/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Graphes</a:t>
            </a:r>
            <a:r>
              <a:rPr lang="fr-FR" b="1" dirty="0"/>
              <a:t> : parcours en largeur, profondeur. Détection de cycle, recherche de chemin, </a:t>
            </a:r>
            <a:r>
              <a:rPr lang="fr-FR" b="1" i="1" dirty="0">
                <a:solidFill>
                  <a:srgbClr val="FF0000"/>
                </a:solidFill>
              </a:rPr>
              <a:t>algorithmes de Prim et Kruskal</a:t>
            </a:r>
            <a:r>
              <a:rPr lang="fr-FR" b="1" dirty="0"/>
              <a:t>.</a:t>
            </a:r>
            <a:endParaRPr lang="fr-FR" b="1" dirty="0">
              <a:solidFill>
                <a:srgbClr val="FF0000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Méthode : « Diviser pour régner </a:t>
            </a:r>
            <a:r>
              <a:rPr lang="fr-FR" b="1" dirty="0"/>
              <a:t>» : tri fusion, lien avec la récursivité.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Algorithme de Boyer-Moore</a:t>
            </a:r>
            <a:r>
              <a:rPr lang="fr-FR" b="1" dirty="0"/>
              <a:t> : recherche d’un motif.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i="1" u="sng" dirty="0">
                <a:solidFill>
                  <a:srgbClr val="FF0000"/>
                </a:solidFill>
              </a:rPr>
              <a:t>Algorithme d’</a:t>
            </a:r>
            <a:r>
              <a:rPr lang="fr-FR" b="1" i="1" u="sng" dirty="0" err="1">
                <a:solidFill>
                  <a:srgbClr val="FF0000"/>
                </a:solidFill>
              </a:rPr>
              <a:t>Huffman</a:t>
            </a:r>
            <a:r>
              <a:rPr lang="fr-FR" b="1" i="1" dirty="0">
                <a:solidFill>
                  <a:srgbClr val="FF0000"/>
                </a:solidFill>
              </a:rPr>
              <a:t> </a:t>
            </a:r>
            <a:r>
              <a:rPr lang="fr-FR" b="1" i="1" dirty="0"/>
              <a:t>: </a:t>
            </a:r>
            <a:r>
              <a:rPr lang="fr-FR" b="1" i="1" dirty="0">
                <a:solidFill>
                  <a:srgbClr val="FF0000"/>
                </a:solidFill>
              </a:rPr>
              <a:t>compression de fichiers (textes notamment).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i="1" u="sng" dirty="0">
                <a:solidFill>
                  <a:srgbClr val="FF0000"/>
                </a:solidFill>
              </a:rPr>
              <a:t>Arbres AVL</a:t>
            </a:r>
            <a:r>
              <a:rPr lang="fr-FR" b="1" i="1" dirty="0">
                <a:solidFill>
                  <a:srgbClr val="FF0000"/>
                </a:solidFill>
              </a:rPr>
              <a:t> : rééquilibrage d’arbre après insertion.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i="1" u="sng" dirty="0">
                <a:solidFill>
                  <a:srgbClr val="FF0000"/>
                </a:solidFill>
              </a:rPr>
              <a:t>Tas</a:t>
            </a:r>
            <a:r>
              <a:rPr lang="fr-FR" b="1" i="1" dirty="0">
                <a:solidFill>
                  <a:srgbClr val="FF0000"/>
                </a:solidFill>
              </a:rPr>
              <a:t> : tri de données.</a:t>
            </a:r>
          </a:p>
          <a:p>
            <a:pPr marL="0" indent="0" algn="ctr">
              <a:buNone/>
            </a:pPr>
            <a:endParaRPr lang="fr-F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42347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9DE34F-85AA-4762-A0F0-6F3FC4CAD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Bases de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38CE73-9161-4578-BA3E-BD70BB11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Contenu du thème </a:t>
            </a:r>
          </a:p>
          <a:p>
            <a:pPr marL="0" indent="0">
              <a:buNone/>
            </a:pPr>
            <a:endParaRPr lang="fr-FR" dirty="0"/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Modèle relationnel </a:t>
            </a:r>
            <a:r>
              <a:rPr lang="fr-FR" b="1" dirty="0">
                <a:solidFill>
                  <a:srgbClr val="002060"/>
                </a:solidFill>
              </a:rPr>
              <a:t>: relation, attribut, domaine, clef primaire, clef étrangère, schéma relationnel</a:t>
            </a:r>
            <a:r>
              <a:rPr lang="fr-FR" b="1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Base de données relationnelles</a:t>
            </a:r>
            <a:r>
              <a:rPr lang="fr-FR" b="1" dirty="0"/>
              <a:t> : </a:t>
            </a:r>
            <a:r>
              <a:rPr lang="fr-FR" b="1" dirty="0">
                <a:solidFill>
                  <a:srgbClr val="002060"/>
                </a:solidFill>
              </a:rPr>
              <a:t>structure vs contenu</a:t>
            </a:r>
            <a:r>
              <a:rPr lang="fr-FR" b="1" dirty="0"/>
              <a:t>, </a:t>
            </a:r>
            <a:r>
              <a:rPr lang="fr-FR" b="1" i="1" dirty="0">
                <a:solidFill>
                  <a:srgbClr val="FF0000"/>
                </a:solidFill>
              </a:rPr>
              <a:t>conception d’une base de données</a:t>
            </a:r>
            <a:r>
              <a:rPr lang="fr-FR" b="1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Langage SQL</a:t>
            </a:r>
            <a:r>
              <a:rPr lang="fr-FR" b="1" dirty="0"/>
              <a:t> : </a:t>
            </a:r>
            <a:r>
              <a:rPr lang="fr-FR" b="1" dirty="0">
                <a:solidFill>
                  <a:srgbClr val="002060"/>
                </a:solidFill>
              </a:rPr>
              <a:t>requêtes simples, clauses, jointures</a:t>
            </a:r>
            <a:r>
              <a:rPr lang="fr-FR" b="1" dirty="0"/>
              <a:t>, </a:t>
            </a:r>
            <a:r>
              <a:rPr lang="fr-FR" b="1" i="1" dirty="0">
                <a:solidFill>
                  <a:srgbClr val="FF0000"/>
                </a:solidFill>
              </a:rPr>
              <a:t>autres clauses</a:t>
            </a:r>
            <a:r>
              <a:rPr lang="fr-FR" b="1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SGBDR</a:t>
            </a:r>
            <a:r>
              <a:rPr lang="fr-FR" b="1" dirty="0"/>
              <a:t> : enjeux d’une base de données.</a:t>
            </a:r>
          </a:p>
          <a:p>
            <a:pPr marL="457200" lvl="1" indent="0">
              <a:buNone/>
            </a:pPr>
            <a:endParaRPr lang="fr-FR" b="1" dirty="0"/>
          </a:p>
          <a:p>
            <a:pPr marL="457200" lvl="1" indent="0">
              <a:buNone/>
            </a:pPr>
            <a:endParaRPr lang="fr-FR" b="1" dirty="0"/>
          </a:p>
          <a:p>
            <a:pPr marL="971550" lvl="1" indent="-514350">
              <a:buFont typeface="+mj-lt"/>
              <a:buAutoNum type="arabicPeriod"/>
            </a:pPr>
            <a:endParaRPr lang="fr-FR" b="1" dirty="0"/>
          </a:p>
          <a:p>
            <a:pPr marL="971550" lvl="1" indent="-514350">
              <a:buFont typeface="+mj-lt"/>
              <a:buAutoNum type="arabicPeriod"/>
            </a:pPr>
            <a:endParaRPr lang="fr-FR" b="1" dirty="0"/>
          </a:p>
          <a:p>
            <a:pPr marL="0" indent="0" algn="ctr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262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0B8BCD-94EC-4647-A581-1F0ECE0C2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Langages et programmation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EB2172-8678-46E9-8D77-4F3693CC0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Contenu du thème </a:t>
            </a:r>
          </a:p>
          <a:p>
            <a:pPr marL="0" indent="0">
              <a:buNone/>
            </a:pPr>
            <a:endParaRPr lang="fr-FR" dirty="0"/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Récursivité</a:t>
            </a:r>
            <a:r>
              <a:rPr lang="fr-FR" b="1" dirty="0"/>
              <a:t> : </a:t>
            </a:r>
            <a:r>
              <a:rPr lang="fr-FR" b="1" dirty="0">
                <a:solidFill>
                  <a:srgbClr val="002060"/>
                </a:solidFill>
              </a:rPr>
              <a:t>programme récursif en POO ou non</a:t>
            </a:r>
            <a:r>
              <a:rPr lang="fr-FR" b="1" dirty="0"/>
              <a:t>, </a:t>
            </a:r>
            <a:r>
              <a:rPr lang="fr-FR" b="1" i="1" dirty="0">
                <a:solidFill>
                  <a:srgbClr val="FF0000"/>
                </a:solidFill>
              </a:rPr>
              <a:t>récursivité terminale</a:t>
            </a:r>
            <a:r>
              <a:rPr lang="fr-FR" b="1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Gestion des bugs</a:t>
            </a:r>
            <a:r>
              <a:rPr lang="fr-FR" b="1" dirty="0"/>
              <a:t> : </a:t>
            </a:r>
            <a:r>
              <a:rPr lang="fr-FR" b="1" dirty="0">
                <a:solidFill>
                  <a:srgbClr val="002060"/>
                </a:solidFill>
              </a:rPr>
              <a:t>anticipation d’erreurs, assertions</a:t>
            </a:r>
            <a:r>
              <a:rPr lang="fr-FR" b="1" dirty="0"/>
              <a:t>, </a:t>
            </a:r>
            <a:r>
              <a:rPr lang="fr-FR" b="1" i="1" dirty="0">
                <a:solidFill>
                  <a:srgbClr val="FF0000"/>
                </a:solidFill>
              </a:rPr>
              <a:t>gestion en POO</a:t>
            </a:r>
            <a:r>
              <a:rPr lang="fr-FR" b="1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Paradigmes de programmation</a:t>
            </a:r>
            <a:r>
              <a:rPr lang="fr-FR" b="1" dirty="0"/>
              <a:t> : </a:t>
            </a:r>
            <a:r>
              <a:rPr lang="fr-FR" b="1" dirty="0">
                <a:solidFill>
                  <a:srgbClr val="002060"/>
                </a:solidFill>
              </a:rPr>
              <a:t>impératif, fonctionnel</a:t>
            </a:r>
            <a:r>
              <a:rPr lang="fr-FR" b="1" dirty="0"/>
              <a:t>, </a:t>
            </a:r>
            <a:r>
              <a:rPr lang="fr-FR" b="1" dirty="0">
                <a:solidFill>
                  <a:srgbClr val="002060"/>
                </a:solidFill>
              </a:rPr>
              <a:t>objet</a:t>
            </a:r>
            <a:r>
              <a:rPr lang="fr-FR" b="1" dirty="0"/>
              <a:t>, événementielle.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Calculabilité, décidabilité</a:t>
            </a:r>
            <a:r>
              <a:rPr lang="fr-FR" b="1" dirty="0"/>
              <a:t> : </a:t>
            </a:r>
            <a:r>
              <a:rPr lang="fr-FR" b="1" dirty="0">
                <a:solidFill>
                  <a:srgbClr val="002060"/>
                </a:solidFill>
              </a:rPr>
              <a:t>un programme = une donnée, problème de l’arrêt.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i="1" u="sng" dirty="0">
                <a:solidFill>
                  <a:srgbClr val="FF0000"/>
                </a:solidFill>
              </a:rPr>
              <a:t>Langages informatiques</a:t>
            </a:r>
            <a:r>
              <a:rPr lang="fr-FR" b="1" i="1" dirty="0">
                <a:solidFill>
                  <a:srgbClr val="FF0000"/>
                </a:solidFill>
              </a:rPr>
              <a:t> : C#.</a:t>
            </a:r>
          </a:p>
          <a:p>
            <a:pPr marL="457200" lvl="1" indent="0">
              <a:buNone/>
            </a:pPr>
            <a:endParaRPr lang="fr-FR" b="1" i="1" dirty="0"/>
          </a:p>
          <a:p>
            <a:pPr marL="971550" lvl="1" indent="-514350">
              <a:buFont typeface="+mj-lt"/>
              <a:buAutoNum type="arabicPeriod"/>
            </a:pPr>
            <a:endParaRPr lang="fr-FR" b="1" dirty="0"/>
          </a:p>
          <a:p>
            <a:pPr marL="971550" lvl="1" indent="-514350">
              <a:buFont typeface="+mj-lt"/>
              <a:buAutoNum type="arabicPeriod"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15949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FED275-0C6E-4697-AABB-220F140BD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Machines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CC8506-3F66-4901-B787-87052BBC1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Contenu du thème </a:t>
            </a:r>
          </a:p>
          <a:p>
            <a:pPr marL="0" indent="0">
              <a:buNone/>
            </a:pPr>
            <a:endParaRPr lang="fr-FR" b="1" dirty="0"/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Système sur puce</a:t>
            </a:r>
            <a:r>
              <a:rPr lang="fr-FR" b="1" dirty="0"/>
              <a:t> : </a:t>
            </a:r>
            <a:r>
              <a:rPr lang="fr-FR" b="1" dirty="0">
                <a:solidFill>
                  <a:srgbClr val="002060"/>
                </a:solidFill>
              </a:rPr>
              <a:t>composants</a:t>
            </a:r>
            <a:r>
              <a:rPr lang="fr-FR" b="1" dirty="0"/>
              <a:t> (schéma de circuit), </a:t>
            </a:r>
            <a:r>
              <a:rPr lang="fr-FR" b="1" dirty="0">
                <a:solidFill>
                  <a:srgbClr val="002060"/>
                </a:solidFill>
              </a:rPr>
              <a:t>caractéristiques</a:t>
            </a:r>
            <a:r>
              <a:rPr lang="fr-FR" b="1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Système d’exploitation </a:t>
            </a:r>
            <a:r>
              <a:rPr lang="fr-FR" b="1" dirty="0"/>
              <a:t>: </a:t>
            </a:r>
            <a:r>
              <a:rPr lang="fr-FR" b="1" dirty="0">
                <a:solidFill>
                  <a:srgbClr val="002060"/>
                </a:solidFill>
              </a:rPr>
              <a:t>multithreading</a:t>
            </a:r>
            <a:r>
              <a:rPr lang="fr-FR" b="1" dirty="0"/>
              <a:t>, </a:t>
            </a:r>
            <a:r>
              <a:rPr lang="fr-FR" b="1" dirty="0">
                <a:solidFill>
                  <a:srgbClr val="002060"/>
                </a:solidFill>
              </a:rPr>
              <a:t>deadlock</a:t>
            </a:r>
            <a:r>
              <a:rPr lang="fr-FR" b="1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Protocoles de routage</a:t>
            </a:r>
            <a:r>
              <a:rPr lang="fr-FR" b="1" dirty="0"/>
              <a:t> : </a:t>
            </a:r>
            <a:r>
              <a:rPr lang="fr-FR" b="1" dirty="0">
                <a:solidFill>
                  <a:srgbClr val="002060"/>
                </a:solidFill>
              </a:rPr>
              <a:t>protocoles RIP </a:t>
            </a:r>
            <a:r>
              <a:rPr lang="fr-FR" b="1" dirty="0"/>
              <a:t>et</a:t>
            </a:r>
            <a:r>
              <a:rPr lang="fr-FR" b="1" dirty="0">
                <a:solidFill>
                  <a:srgbClr val="002060"/>
                </a:solidFill>
              </a:rPr>
              <a:t> OSPF</a:t>
            </a:r>
            <a:r>
              <a:rPr lang="fr-FR" b="1" dirty="0"/>
              <a:t>, algorithmes de </a:t>
            </a:r>
            <a:r>
              <a:rPr lang="fr-FR" b="1" dirty="0">
                <a:solidFill>
                  <a:srgbClr val="002060"/>
                </a:solidFill>
              </a:rPr>
              <a:t>Bellman-Ford</a:t>
            </a:r>
            <a:r>
              <a:rPr lang="fr-FR" b="1" dirty="0"/>
              <a:t> et </a:t>
            </a:r>
            <a:r>
              <a:rPr lang="fr-FR" b="1" dirty="0">
                <a:solidFill>
                  <a:srgbClr val="002060"/>
                </a:solidFill>
              </a:rPr>
              <a:t>Dijkstra</a:t>
            </a:r>
            <a:r>
              <a:rPr lang="fr-FR" b="1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Sécurisation des communications</a:t>
            </a:r>
            <a:r>
              <a:rPr lang="fr-FR" b="1" dirty="0"/>
              <a:t> :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chiffrement</a:t>
            </a:r>
            <a:r>
              <a:rPr lang="fr-FR" b="1" dirty="0"/>
              <a:t> (a)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symétrique</a:t>
            </a:r>
            <a:r>
              <a:rPr lang="fr-FR" b="1" dirty="0"/>
              <a:t>,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protocole https</a:t>
            </a:r>
            <a:r>
              <a:rPr lang="fr-FR" b="1" dirty="0"/>
              <a:t>.</a:t>
            </a:r>
          </a:p>
          <a:p>
            <a:pPr marL="457200" lvl="1" indent="0">
              <a:buNone/>
            </a:pPr>
            <a:endParaRPr lang="fr-FR" b="1" dirty="0"/>
          </a:p>
          <a:p>
            <a:pPr marL="971550" lvl="1" indent="-514350">
              <a:buFont typeface="+mj-lt"/>
              <a:buAutoNum type="arabicPeriod"/>
            </a:pPr>
            <a:endParaRPr lang="fr-FR" b="1" dirty="0"/>
          </a:p>
          <a:p>
            <a:pPr marL="971550" lvl="1" indent="-514350">
              <a:buFont typeface="+mj-lt"/>
              <a:buAutoNum type="arabicPeriod"/>
            </a:pPr>
            <a:endParaRPr lang="fr-FR" b="1" dirty="0"/>
          </a:p>
          <a:p>
            <a:pPr marL="971550" lvl="1" indent="-514350">
              <a:buFont typeface="+mj-lt"/>
              <a:buAutoNum type="arabicPeriod"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4137575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092180-9033-4242-B0F7-CC5BA5A27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Organisation des cours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BB12F4-C546-4A4B-BEA7-A47C53A09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90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En Terminale, </a:t>
            </a:r>
            <a:r>
              <a:rPr lang="fr-FR" b="1" dirty="0"/>
              <a:t>6H de cours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par semaine, largement en autonomie.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 Les </a:t>
            </a:r>
            <a:r>
              <a:rPr lang="fr-FR" b="1" dirty="0"/>
              <a:t>cours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 et </a:t>
            </a:r>
            <a:r>
              <a:rPr lang="fr-FR" b="1" dirty="0"/>
              <a:t>exercices + corrigés numérisés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et disponibles sur GitHub.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b="1" dirty="0"/>
              <a:t>1 à 2 heures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par semaine consacrée au « </a:t>
            </a:r>
            <a:r>
              <a:rPr lang="fr-FR" b="1" i="1" dirty="0">
                <a:solidFill>
                  <a:schemeClr val="accent1">
                    <a:lumMod val="50000"/>
                  </a:schemeClr>
                </a:solidFill>
              </a:rPr>
              <a:t>bachotage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 », épreuve écrite et pratique.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b="1" dirty="0"/>
              <a:t>2 heures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par semaine d’activité de type « projet ».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b="1" dirty="0"/>
              <a:t>Approfondissement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 du machine learning (IA), apprentissage par renforcement, réseaux neuronaux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b="1" dirty="0"/>
              <a:t>Grand Oral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: présentation d’exemples problématiques, calendrier sur l’année.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0983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F85FE1-CD45-4060-A7AB-AFA2A0DB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L’épreuve du baccalauréat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9D8150-D681-463F-AD42-D81B997FE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rgbClr val="002060"/>
                </a:solidFill>
              </a:rPr>
              <a:t>Elle est composée d’une épreuve écrite et d’une épreuve pratique avec un coefficient 16.</a:t>
            </a:r>
          </a:p>
          <a:p>
            <a:pPr marL="0" indent="0">
              <a:buNone/>
            </a:pPr>
            <a:r>
              <a:rPr lang="fr-FR" b="1" dirty="0">
                <a:solidFill>
                  <a:srgbClr val="002060"/>
                </a:solidFill>
              </a:rPr>
              <a:t> </a:t>
            </a:r>
          </a:p>
          <a:p>
            <a:pPr marL="0" indent="0">
              <a:buNone/>
            </a:pPr>
            <a:r>
              <a:rPr lang="fr-FR" b="1" u="sng" dirty="0"/>
              <a:t>Epreuve écrite</a:t>
            </a:r>
            <a:r>
              <a:rPr lang="fr-FR" b="1" dirty="0"/>
              <a:t> (15 points):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/>
              <a:t> Durée </a:t>
            </a:r>
            <a:r>
              <a:rPr lang="fr-FR" b="1" dirty="0">
                <a:solidFill>
                  <a:srgbClr val="002060"/>
                </a:solidFill>
              </a:rPr>
              <a:t>de</a:t>
            </a:r>
            <a:r>
              <a:rPr lang="fr-FR" b="1" dirty="0"/>
              <a:t> 3H30.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/>
              <a:t> Trois exercices </a:t>
            </a:r>
            <a:r>
              <a:rPr lang="fr-FR" b="1" dirty="0">
                <a:solidFill>
                  <a:srgbClr val="002060"/>
                </a:solidFill>
              </a:rPr>
              <a:t>proposés, tous indépendants </a:t>
            </a:r>
            <a:r>
              <a:rPr lang="fr-FR" b="1" dirty="0"/>
              <a:t>sur des thèmes croisés</a:t>
            </a:r>
            <a:r>
              <a:rPr lang="fr-FR" dirty="0"/>
              <a:t>.</a:t>
            </a:r>
            <a:endParaRPr lang="fr-FR" b="1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83092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120007-E168-48EA-9C3E-968113B7D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L’épreuve du baccalauréat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2F7E85-49FE-4501-A08C-C777C2C51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b="1" u="sng" dirty="0"/>
          </a:p>
          <a:p>
            <a:pPr marL="0" indent="0">
              <a:buNone/>
            </a:pPr>
            <a:endParaRPr lang="fr-FR" b="1" u="sng" dirty="0"/>
          </a:p>
          <a:p>
            <a:pPr marL="0" indent="0">
              <a:buNone/>
            </a:pPr>
            <a:r>
              <a:rPr lang="fr-FR" b="1" u="sng" dirty="0"/>
              <a:t>Epreuve pratique</a:t>
            </a:r>
            <a:r>
              <a:rPr lang="fr-FR" b="1" dirty="0"/>
              <a:t> (5 points)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/>
              <a:t> Durée </a:t>
            </a:r>
            <a:r>
              <a:rPr lang="fr-FR" b="1" dirty="0">
                <a:solidFill>
                  <a:srgbClr val="002060"/>
                </a:solidFill>
              </a:rPr>
              <a:t>de</a:t>
            </a:r>
            <a:r>
              <a:rPr lang="fr-FR" b="1" dirty="0"/>
              <a:t> 1 heure.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002060"/>
                </a:solidFill>
              </a:rPr>
              <a:t> </a:t>
            </a:r>
            <a:r>
              <a:rPr lang="fr-FR" b="1" dirty="0"/>
              <a:t>Un exercice complet (programmation en Python).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/>
              <a:t> Sujets en ligne.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/>
              <a:t> Utilisation d’un ordinateur.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8314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3E1DB7-EB92-4642-8C3B-4A646700F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Le projet de l’année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51BDEC-B8AF-4AFA-A4D8-F7D86A8D8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7783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Un projet de création d’un </a:t>
            </a:r>
            <a:r>
              <a:rPr lang="fr-FR" b="1" dirty="0">
                <a:solidFill>
                  <a:srgbClr val="002060"/>
                </a:solidFill>
              </a:rPr>
              <a:t>jeu de rôle (RPG) </a:t>
            </a:r>
            <a:r>
              <a:rPr lang="fr-FR" b="1" dirty="0"/>
              <a:t>en deux dimensions (2D) fonctionnel servira de fil conducteur cette année.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Plusieurs </a:t>
            </a:r>
            <a:r>
              <a:rPr lang="fr-FR" b="1" u="sng" dirty="0"/>
              <a:t>thèmes</a:t>
            </a:r>
            <a:r>
              <a:rPr lang="fr-FR" b="1" dirty="0"/>
              <a:t> seront couverts :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b="1" u="sng" dirty="0"/>
              <a:t>Infographie</a:t>
            </a:r>
            <a:r>
              <a:rPr lang="fr-FR" b="1" dirty="0"/>
              <a:t> : terrain, icônes.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b="1" u="sng" dirty="0"/>
              <a:t>Gestion des données</a:t>
            </a:r>
            <a:r>
              <a:rPr lang="fr-FR" b="1" dirty="0"/>
              <a:t> : données du terrain, caractéristiques des personnages.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b="1" u="sng" dirty="0"/>
              <a:t>POO</a:t>
            </a:r>
            <a:r>
              <a:rPr lang="fr-FR" b="1" dirty="0"/>
              <a:t> : gestion des personnages, combats.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b="1" u="sng" dirty="0"/>
              <a:t>Algorithmique</a:t>
            </a:r>
            <a:r>
              <a:rPr lang="fr-FR" b="1" dirty="0"/>
              <a:t> : génération d’un donjon (labyrinthe).</a:t>
            </a:r>
          </a:p>
          <a:p>
            <a:pPr marL="457200" lvl="1" indent="0"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19168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086930-A2A3-4777-970B-8CC040FA8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RPG / Infographie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5666D63-68B5-49D9-8E5E-734E8B0C5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b="1" i="1" dirty="0"/>
              <a:t>Logiciel Tiled Map Editor</a:t>
            </a:r>
          </a:p>
          <a:p>
            <a:pPr marL="0" indent="0" algn="ctr">
              <a:buNone/>
            </a:pPr>
            <a:endParaRPr lang="fr-FR" b="1" i="1" u="sng" dirty="0"/>
          </a:p>
          <a:p>
            <a:pPr marL="0" indent="0" algn="ctr">
              <a:buNone/>
            </a:pPr>
            <a:endParaRPr lang="fr-FR" b="1" i="1" u="sng" dirty="0"/>
          </a:p>
          <a:p>
            <a:pPr marL="0" indent="0" algn="ctr">
              <a:buNone/>
            </a:pPr>
            <a:endParaRPr lang="fr-FR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5" name="Image 44" descr="Une image contenant texte&#10;&#10;Description générée automatiquement">
            <a:extLst>
              <a:ext uri="{FF2B5EF4-FFF2-40B4-BE49-F238E27FC236}">
                <a16:creationId xmlns:a16="http://schemas.microsoft.com/office/drawing/2014/main" id="{4F9A4577-216D-4708-8CB9-C5CBF9091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190576"/>
            <a:ext cx="9174741" cy="421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64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D3F37E-2258-4A0E-9913-AA45B1116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RPG / Infographie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16EE66-E812-4A37-BA78-4E46640E9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623125"/>
          </a:xfrm>
        </p:spPr>
        <p:txBody>
          <a:bodyPr/>
          <a:lstStyle/>
          <a:p>
            <a:pPr algn="ctr"/>
            <a:r>
              <a:rPr lang="fr-FR" i="1" dirty="0"/>
              <a:t>Logiciel GIMP</a:t>
            </a:r>
          </a:p>
        </p:txBody>
      </p:sp>
      <p:pic>
        <p:nvPicPr>
          <p:cNvPr id="9" name="Espace réservé du contenu 8" descr="Une image contenant intérieur, souris&#10;&#10;Description générée automatiquement">
            <a:extLst>
              <a:ext uri="{FF2B5EF4-FFF2-40B4-BE49-F238E27FC236}">
                <a16:creationId xmlns:a16="http://schemas.microsoft.com/office/drawing/2014/main" id="{D73CC001-4487-4E95-851B-380DA536E1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573" y="2761235"/>
            <a:ext cx="4058216" cy="3172268"/>
          </a:xfr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509E405-4E49-4731-9225-C2195CB129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23125"/>
          </a:xfrm>
        </p:spPr>
        <p:txBody>
          <a:bodyPr/>
          <a:lstStyle/>
          <a:p>
            <a:pPr algn="ctr"/>
            <a:r>
              <a:rPr lang="fr-FR" i="1" dirty="0"/>
              <a:t>Des icônes</a:t>
            </a:r>
          </a:p>
        </p:txBody>
      </p:sp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5B1E84A4-61D7-4F44-892E-804C47AFE6D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92056" y="2994819"/>
            <a:ext cx="4943475" cy="2705100"/>
          </a:xfrm>
        </p:spPr>
      </p:pic>
    </p:spTree>
    <p:extLst>
      <p:ext uri="{BB962C8B-B14F-4D97-AF65-F5344CB8AC3E}">
        <p14:creationId xmlns:p14="http://schemas.microsoft.com/office/powerpoint/2010/main" val="2491103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D3F37E-2258-4A0E-9913-AA45B1116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RPG / Infographie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16EE66-E812-4A37-BA78-4E46640E9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623125"/>
          </a:xfrm>
        </p:spPr>
        <p:txBody>
          <a:bodyPr/>
          <a:lstStyle/>
          <a:p>
            <a:pPr algn="ctr"/>
            <a:r>
              <a:rPr lang="fr-FR" i="1" dirty="0"/>
              <a:t>Logiciel GIMP</a:t>
            </a:r>
          </a:p>
        </p:txBody>
      </p:sp>
      <p:pic>
        <p:nvPicPr>
          <p:cNvPr id="9" name="Espace réservé du contenu 8" descr="Une image contenant intérieur, souris&#10;&#10;Description générée automatiquement">
            <a:extLst>
              <a:ext uri="{FF2B5EF4-FFF2-40B4-BE49-F238E27FC236}">
                <a16:creationId xmlns:a16="http://schemas.microsoft.com/office/drawing/2014/main" id="{D73CC001-4487-4E95-851B-380DA536E1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573" y="2761235"/>
            <a:ext cx="4058216" cy="3172268"/>
          </a:xfr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509E405-4E49-4731-9225-C2195CB129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23125"/>
          </a:xfrm>
        </p:spPr>
        <p:txBody>
          <a:bodyPr/>
          <a:lstStyle/>
          <a:p>
            <a:pPr algn="ctr"/>
            <a:r>
              <a:rPr lang="fr-FR" i="1" dirty="0"/>
              <a:t>Des animations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F155B93A-BBA1-4ED9-A7FF-5DB6AADCC17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2929433"/>
            <a:ext cx="5183188" cy="2835872"/>
          </a:xfrm>
        </p:spPr>
      </p:pic>
    </p:spTree>
    <p:extLst>
      <p:ext uri="{BB962C8B-B14F-4D97-AF65-F5344CB8AC3E}">
        <p14:creationId xmlns:p14="http://schemas.microsoft.com/office/powerpoint/2010/main" val="256886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67E6E36D-86CE-47D1-954A-757E28D92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RPG / Un aperçu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1295D77-AD10-F9E1-65DD-4EEDE11272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b="1" i="1" u="sng" dirty="0"/>
              <a:t>Menu de départ</a:t>
            </a:r>
          </a:p>
          <a:p>
            <a:endParaRPr lang="fr-FR" b="1" i="1" u="sng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E398CF0B-4D27-353F-2785-1FB5DD4045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b="1" i="1" u="sng" dirty="0"/>
              <a:t>La carte du jeu</a:t>
            </a:r>
          </a:p>
          <a:p>
            <a:pPr marL="0" indent="0">
              <a:buNone/>
            </a:pPr>
            <a:endParaRPr lang="fr-FR" b="1" i="1" u="sng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065DA52-B980-2202-B09D-AB911699E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74" y="2343859"/>
            <a:ext cx="5378726" cy="331487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2803C19-A5FE-75EE-72A6-DE7DF638A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43859"/>
            <a:ext cx="5953913" cy="446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49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2DE6800-6223-4850-91CD-8B369F4EF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Autres projets</a:t>
            </a:r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49A0B5D-F80C-437F-BDCE-47625C1F1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4713923"/>
          </a:xfrm>
        </p:spPr>
        <p:txBody>
          <a:bodyPr/>
          <a:lstStyle/>
          <a:p>
            <a:pPr marL="0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 </a:t>
            </a:r>
            <a:r>
              <a:rPr lang="fr-FR" b="1" dirty="0"/>
              <a:t>Génération d’une base de données </a:t>
            </a:r>
            <a:r>
              <a:rPr lang="fr-FR" dirty="0"/>
              <a:t>permettant aux élèves / enseignants de </a:t>
            </a:r>
            <a:r>
              <a:rPr lang="fr-FR" b="1" dirty="0"/>
              <a:t>gérer les cours de soutien au collège / lycée </a:t>
            </a:r>
            <a:r>
              <a:rPr lang="fr-FR" dirty="0"/>
              <a:t>: SGBD, Langage SQL avancé.</a:t>
            </a:r>
          </a:p>
          <a:p>
            <a:pPr marL="0" indent="0">
              <a:buNone/>
            </a:pPr>
            <a:endParaRPr lang="fr-FR" u="sng" dirty="0"/>
          </a:p>
          <a:p>
            <a:pPr marL="0" indent="0">
              <a:buNone/>
            </a:pPr>
            <a:r>
              <a:rPr lang="fr-FR" u="sng" dirty="0"/>
              <a:t>Exemple de requête avancée </a:t>
            </a:r>
            <a:r>
              <a:rPr lang="fr-FR" dirty="0"/>
              <a:t>: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D08AE7B-34F8-49E9-9072-57A8DEFB5124}"/>
              </a:ext>
            </a:extLst>
          </p:cNvPr>
          <p:cNvPicPr/>
          <p:nvPr/>
        </p:nvPicPr>
        <p:blipFill rotWithShape="1">
          <a:blip r:embed="rId2"/>
          <a:srcRect l="19676" t="18526" r="28737" b="62654"/>
          <a:stretch/>
        </p:blipFill>
        <p:spPr bwMode="auto">
          <a:xfrm>
            <a:off x="838200" y="4153383"/>
            <a:ext cx="9875519" cy="20235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8627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35BF714-1A58-C521-F27D-28498672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70"/>
            <a:ext cx="4368602" cy="1080644"/>
          </a:xfrm>
        </p:spPr>
        <p:txBody>
          <a:bodyPr anchor="b">
            <a:normAutofit/>
          </a:bodyPr>
          <a:lstStyle/>
          <a:p>
            <a:r>
              <a:rPr lang="fr-FR" sz="5400" b="1" dirty="0">
                <a:solidFill>
                  <a:srgbClr val="002060"/>
                </a:solidFill>
              </a:rPr>
              <a:t>Autres projets</a:t>
            </a:r>
            <a:endParaRPr lang="fr-FR" sz="5400" dirty="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078020-3324-4977-69EC-45EDD61A1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fr-FR" sz="2200" b="1" dirty="0"/>
              <a:t>Génération d’un labyrinthe parfait</a:t>
            </a:r>
            <a:r>
              <a:rPr lang="fr-FR" sz="2200" dirty="0"/>
              <a:t> grâce à l’algorithme de Prim.</a:t>
            </a:r>
          </a:p>
          <a:p>
            <a:endParaRPr lang="fr-FR" sz="2200" dirty="0"/>
          </a:p>
          <a:p>
            <a:pPr marL="0" indent="0">
              <a:buNone/>
            </a:pPr>
            <a:endParaRPr lang="fr-FR" sz="2200" b="1" dirty="0"/>
          </a:p>
          <a:p>
            <a:pPr marL="0" indent="0">
              <a:buNone/>
            </a:pPr>
            <a:endParaRPr lang="fr-FR" sz="2200" b="1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7674F3A-5870-5076-BE2F-BF30CA7C5E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45" r="1" b="1942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17584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2DE6800-6223-4850-91CD-8B369F4EF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Le machine learning : programmation</a:t>
            </a:r>
            <a:endParaRPr lang="fr-FR" dirty="0"/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BE0E897-9AED-30BD-48D9-2ECCEF704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296885"/>
            <a:ext cx="5540829" cy="336368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 </a:t>
            </a:r>
            <a:r>
              <a:rPr lang="fr-FR" b="1" dirty="0"/>
              <a:t>Présentation du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machine learning.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/>
              <a:t> Programmation de situations d’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apprentissage supervisé </a:t>
            </a:r>
            <a:r>
              <a:rPr lang="fr-FR" b="1" dirty="0"/>
              <a:t>/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non supervisé</a:t>
            </a:r>
            <a:r>
              <a:rPr lang="fr-FR" b="1" dirty="0"/>
              <a:t> / </a:t>
            </a:r>
            <a:r>
              <a:rPr lang="fr-FR" b="1" dirty="0">
                <a:solidFill>
                  <a:schemeClr val="accent1"/>
                </a:solidFill>
              </a:rPr>
              <a:t>par renforcement </a:t>
            </a:r>
            <a:r>
              <a:rPr lang="fr-FR" b="1" dirty="0"/>
              <a:t>en Python.</a:t>
            </a:r>
          </a:p>
          <a:p>
            <a:pPr marL="0" indent="0">
              <a:buNone/>
            </a:pPr>
            <a:endParaRPr lang="fr-FR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9F0171-8AAB-6F7A-B680-88FB3A4DF5D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b="1" i="1" u="sng" dirty="0"/>
              <a:t>Bibliothèques en Python</a:t>
            </a:r>
          </a:p>
          <a:p>
            <a:pPr marL="0" indent="0">
              <a:buNone/>
            </a:pPr>
            <a:endParaRPr lang="fr-FR" b="1" u="sng" dirty="0"/>
          </a:p>
          <a:p>
            <a:pPr marL="0" indent="0">
              <a:buNone/>
            </a:pPr>
            <a:endParaRPr lang="fr-FR" b="1" u="sng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4C231AD-85F0-B74D-287F-A406AB086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202" y="2296885"/>
            <a:ext cx="3937595" cy="391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18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85C42-E595-3128-D989-145E69427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618A4CC-1B97-FBFE-6A2F-E8892DDD8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Dark Age of Camelot</a:t>
            </a:r>
            <a:endParaRPr lang="fr-FR" dirty="0"/>
          </a:p>
        </p:txBody>
      </p:sp>
      <p:graphicFrame>
        <p:nvGraphicFramePr>
          <p:cNvPr id="8" name="Espace réservé du contenu 1">
            <a:extLst>
              <a:ext uri="{FF2B5EF4-FFF2-40B4-BE49-F238E27FC236}">
                <a16:creationId xmlns:a16="http://schemas.microsoft.com/office/drawing/2014/main" id="{E6F72F04-5154-5429-F7F6-2B03B0E4869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199" y="2296885"/>
          <a:ext cx="5540829" cy="33636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FA09FB-0EF0-58BA-E0C9-5F96083C78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b="1" i="1" u="sng" dirty="0" err="1"/>
              <a:t>DAoC</a:t>
            </a:r>
            <a:endParaRPr lang="fr-FR" b="1" i="1" u="sng" dirty="0"/>
          </a:p>
          <a:p>
            <a:pPr marL="0" indent="0">
              <a:buNone/>
            </a:pPr>
            <a:endParaRPr lang="fr-FR" b="1" u="sng" dirty="0"/>
          </a:p>
          <a:p>
            <a:pPr marL="0" indent="0">
              <a:buNone/>
            </a:pPr>
            <a:endParaRPr lang="fr-FR" b="1" u="sng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397067E-9140-695D-2F0D-399A0BA1F7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6337" y="2451183"/>
            <a:ext cx="5496692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820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751</Words>
  <Application>Microsoft Office PowerPoint</Application>
  <PresentationFormat>Grand écran</PresentationFormat>
  <Paragraphs>135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Wingdings</vt:lpstr>
      <vt:lpstr>Thème Office</vt:lpstr>
      <vt:lpstr>NSI en Terminale</vt:lpstr>
      <vt:lpstr>Demandez le programme !</vt:lpstr>
      <vt:lpstr>Données</vt:lpstr>
      <vt:lpstr>Algorithmique</vt:lpstr>
      <vt:lpstr>Bases de données</vt:lpstr>
      <vt:lpstr>Langages et programmation</vt:lpstr>
      <vt:lpstr>Machines</vt:lpstr>
      <vt:lpstr>Organisation des cours</vt:lpstr>
      <vt:lpstr>L’épreuve du baccalauréat</vt:lpstr>
      <vt:lpstr>L’épreuve du baccalauréat</vt:lpstr>
      <vt:lpstr>Le projet de l’année</vt:lpstr>
      <vt:lpstr>RPG / Infographie</vt:lpstr>
      <vt:lpstr>RPG / Infographie</vt:lpstr>
      <vt:lpstr>RPG / Infographie</vt:lpstr>
      <vt:lpstr>RPG / Un aperçu</vt:lpstr>
      <vt:lpstr>Autres projets</vt:lpstr>
      <vt:lpstr>Autres projets</vt:lpstr>
      <vt:lpstr>Le machine learning : programmation</vt:lpstr>
      <vt:lpstr>Dark Age of Camelot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NSI en Terminale</dc:title>
  <dc:creator>laurent mayer</dc:creator>
  <cp:lastModifiedBy>laurent mayer</cp:lastModifiedBy>
  <cp:revision>21</cp:revision>
  <dcterms:created xsi:type="dcterms:W3CDTF">2021-08-27T14:18:12Z</dcterms:created>
  <dcterms:modified xsi:type="dcterms:W3CDTF">2026-09-01T07:21:05Z</dcterms:modified>
</cp:coreProperties>
</file>