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028940-C118-42E9-B968-D2F24F10AE40}" v="14" dt="2023-04-30T09:17:29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t mayer" userId="c07e7b6061ff73d3" providerId="LiveId" clId="{B2028940-C118-42E9-B968-D2F24F10AE40}"/>
    <pc:docChg chg="custSel addSld delSld modSld sldOrd">
      <pc:chgData name="laurent mayer" userId="c07e7b6061ff73d3" providerId="LiveId" clId="{B2028940-C118-42E9-B968-D2F24F10AE40}" dt="2023-04-30T09:30:07.588" v="1193" actId="20577"/>
      <pc:docMkLst>
        <pc:docMk/>
      </pc:docMkLst>
      <pc:sldChg chg="addSp delSp modSp new mod setBg modClrScheme chgLayout">
        <pc:chgData name="laurent mayer" userId="c07e7b6061ff73d3" providerId="LiveId" clId="{B2028940-C118-42E9-B968-D2F24F10AE40}" dt="2023-04-30T08:15:59.430" v="42" actId="26606"/>
        <pc:sldMkLst>
          <pc:docMk/>
          <pc:sldMk cId="4089044019" sldId="256"/>
        </pc:sldMkLst>
        <pc:spChg chg="del mod ord">
          <ac:chgData name="laurent mayer" userId="c07e7b6061ff73d3" providerId="LiveId" clId="{B2028940-C118-42E9-B968-D2F24F10AE40}" dt="2023-04-30T08:15:29.219" v="1" actId="700"/>
          <ac:spMkLst>
            <pc:docMk/>
            <pc:sldMk cId="4089044019" sldId="256"/>
            <ac:spMk id="2" creationId="{2EF0B677-B512-5A64-6CD1-7710B5006C7D}"/>
          </ac:spMkLst>
        </pc:spChg>
        <pc:spChg chg="del mod ord">
          <ac:chgData name="laurent mayer" userId="c07e7b6061ff73d3" providerId="LiveId" clId="{B2028940-C118-42E9-B968-D2F24F10AE40}" dt="2023-04-30T08:15:29.219" v="1" actId="700"/>
          <ac:spMkLst>
            <pc:docMk/>
            <pc:sldMk cId="4089044019" sldId="256"/>
            <ac:spMk id="3" creationId="{FA8685AB-7813-8E97-3F67-C49C1D2B4F81}"/>
          </ac:spMkLst>
        </pc:spChg>
        <pc:spChg chg="add mod ord">
          <ac:chgData name="laurent mayer" userId="c07e7b6061ff73d3" providerId="LiveId" clId="{B2028940-C118-42E9-B968-D2F24F10AE40}" dt="2023-04-30T08:15:59.430" v="42" actId="26606"/>
          <ac:spMkLst>
            <pc:docMk/>
            <pc:sldMk cId="4089044019" sldId="256"/>
            <ac:spMk id="4" creationId="{CC58DDCB-1265-5E67-5766-3092490DBB29}"/>
          </ac:spMkLst>
        </pc:spChg>
        <pc:spChg chg="add del mod ord">
          <ac:chgData name="laurent mayer" userId="c07e7b6061ff73d3" providerId="LiveId" clId="{B2028940-C118-42E9-B968-D2F24F10AE40}" dt="2023-04-30T08:15:54.319" v="39"/>
          <ac:spMkLst>
            <pc:docMk/>
            <pc:sldMk cId="4089044019" sldId="256"/>
            <ac:spMk id="5" creationId="{539608A8-96D3-BE8C-F106-4EAF92F8A16A}"/>
          </ac:spMkLst>
        </pc:spChg>
        <pc:spChg chg="add">
          <ac:chgData name="laurent mayer" userId="c07e7b6061ff73d3" providerId="LiveId" clId="{B2028940-C118-42E9-B968-D2F24F10AE40}" dt="2023-04-30T08:15:59.430" v="42" actId="26606"/>
          <ac:spMkLst>
            <pc:docMk/>
            <pc:sldMk cId="4089044019" sldId="256"/>
            <ac:spMk id="12" creationId="{37C89E4B-3C9F-44B9-8B86-D9E3D112D8EC}"/>
          </ac:spMkLst>
        </pc:spChg>
        <pc:picChg chg="add mod">
          <ac:chgData name="laurent mayer" userId="c07e7b6061ff73d3" providerId="LiveId" clId="{B2028940-C118-42E9-B968-D2F24F10AE40}" dt="2023-04-30T08:15:59.430" v="42" actId="26606"/>
          <ac:picMkLst>
            <pc:docMk/>
            <pc:sldMk cId="4089044019" sldId="256"/>
            <ac:picMk id="7" creationId="{EC400148-2DE0-3F90-2808-8B6284175267}"/>
          </ac:picMkLst>
        </pc:picChg>
        <pc:cxnChg chg="add">
          <ac:chgData name="laurent mayer" userId="c07e7b6061ff73d3" providerId="LiveId" clId="{B2028940-C118-42E9-B968-D2F24F10AE40}" dt="2023-04-30T08:15:59.430" v="42" actId="26606"/>
          <ac:cxnSpMkLst>
            <pc:docMk/>
            <pc:sldMk cId="4089044019" sldId="256"/>
            <ac:cxnSpMk id="14" creationId="{AA2EAA10-076F-46BD-8F0F-B9A2FB77A85C}"/>
          </ac:cxnSpMkLst>
        </pc:cxnChg>
        <pc:cxnChg chg="add">
          <ac:chgData name="laurent mayer" userId="c07e7b6061ff73d3" providerId="LiveId" clId="{B2028940-C118-42E9-B968-D2F24F10AE40}" dt="2023-04-30T08:15:59.430" v="42" actId="26606"/>
          <ac:cxnSpMkLst>
            <pc:docMk/>
            <pc:sldMk cId="4089044019" sldId="256"/>
            <ac:cxnSpMk id="16" creationId="{D891E407-403B-4764-86C9-33A56D3BCAA3}"/>
          </ac:cxnSpMkLst>
        </pc:cxnChg>
      </pc:sldChg>
      <pc:sldChg chg="addSp delSp modSp new mod setBg modClrScheme chgLayout">
        <pc:chgData name="laurent mayer" userId="c07e7b6061ff73d3" providerId="LiveId" clId="{B2028940-C118-42E9-B968-D2F24F10AE40}" dt="2023-04-30T08:38:54.947" v="486" actId="14100"/>
        <pc:sldMkLst>
          <pc:docMk/>
          <pc:sldMk cId="1726984098" sldId="257"/>
        </pc:sldMkLst>
        <pc:spChg chg="del mod ord">
          <ac:chgData name="laurent mayer" userId="c07e7b6061ff73d3" providerId="LiveId" clId="{B2028940-C118-42E9-B968-D2F24F10AE40}" dt="2023-04-30T08:16:18.834" v="44" actId="700"/>
          <ac:spMkLst>
            <pc:docMk/>
            <pc:sldMk cId="1726984098" sldId="257"/>
            <ac:spMk id="2" creationId="{26EA3A4A-DEC6-F63C-009E-6CB7CC0FE885}"/>
          </ac:spMkLst>
        </pc:spChg>
        <pc:spChg chg="del mod ord">
          <ac:chgData name="laurent mayer" userId="c07e7b6061ff73d3" providerId="LiveId" clId="{B2028940-C118-42E9-B968-D2F24F10AE40}" dt="2023-04-30T08:16:18.834" v="44" actId="700"/>
          <ac:spMkLst>
            <pc:docMk/>
            <pc:sldMk cId="1726984098" sldId="257"/>
            <ac:spMk id="3" creationId="{55E4D25E-ADE4-57A9-1F1F-43B9B242EAF0}"/>
          </ac:spMkLst>
        </pc:spChg>
        <pc:spChg chg="add mod ord">
          <ac:chgData name="laurent mayer" userId="c07e7b6061ff73d3" providerId="LiveId" clId="{B2028940-C118-42E9-B968-D2F24F10AE40}" dt="2023-04-30T08:35:39.369" v="436" actId="20577"/>
          <ac:spMkLst>
            <pc:docMk/>
            <pc:sldMk cId="1726984098" sldId="257"/>
            <ac:spMk id="4" creationId="{DD762D67-610B-ADFD-AF23-063FDC00179D}"/>
          </ac:spMkLst>
        </pc:spChg>
        <pc:spChg chg="add mod ord">
          <ac:chgData name="laurent mayer" userId="c07e7b6061ff73d3" providerId="LiveId" clId="{B2028940-C118-42E9-B968-D2F24F10AE40}" dt="2023-04-30T08:38:54.947" v="486" actId="14100"/>
          <ac:spMkLst>
            <pc:docMk/>
            <pc:sldMk cId="1726984098" sldId="257"/>
            <ac:spMk id="5" creationId="{045F8006-1E05-9C93-C277-5626E182DFDE}"/>
          </ac:spMkLst>
        </pc:spChg>
        <pc:spChg chg="add del mod ord">
          <ac:chgData name="laurent mayer" userId="c07e7b6061ff73d3" providerId="LiveId" clId="{B2028940-C118-42E9-B968-D2F24F10AE40}" dt="2023-04-30T08:22:58.929" v="199"/>
          <ac:spMkLst>
            <pc:docMk/>
            <pc:sldMk cId="1726984098" sldId="257"/>
            <ac:spMk id="6" creationId="{E7A90511-4680-3AF0-0CD1-3E5490D8A148}"/>
          </ac:spMkLst>
        </pc:spChg>
        <pc:spChg chg="add">
          <ac:chgData name="laurent mayer" userId="c07e7b6061ff73d3" providerId="LiveId" clId="{B2028940-C118-42E9-B968-D2F24F10AE40}" dt="2023-04-30T08:23:03.264" v="202" actId="26606"/>
          <ac:spMkLst>
            <pc:docMk/>
            <pc:sldMk cId="1726984098" sldId="257"/>
            <ac:spMk id="13" creationId="{D009D6D5-DAC2-4A8B-A17A-E206B9012D09}"/>
          </ac:spMkLst>
        </pc:spChg>
        <pc:picChg chg="add mod">
          <ac:chgData name="laurent mayer" userId="c07e7b6061ff73d3" providerId="LiveId" clId="{B2028940-C118-42E9-B968-D2F24F10AE40}" dt="2023-04-30T08:23:03.264" v="202" actId="26606"/>
          <ac:picMkLst>
            <pc:docMk/>
            <pc:sldMk cId="1726984098" sldId="257"/>
            <ac:picMk id="8" creationId="{EAF3E919-6EA9-2686-6644-696B1B717C72}"/>
          </ac:picMkLst>
        </pc:picChg>
      </pc:sldChg>
      <pc:sldChg chg="addSp delSp modSp new mod ord setBg">
        <pc:chgData name="laurent mayer" userId="c07e7b6061ff73d3" providerId="LiveId" clId="{B2028940-C118-42E9-B968-D2F24F10AE40}" dt="2023-04-30T08:56:27.227" v="756" actId="5793"/>
        <pc:sldMkLst>
          <pc:docMk/>
          <pc:sldMk cId="340767149" sldId="258"/>
        </pc:sldMkLst>
        <pc:spChg chg="mod">
          <ac:chgData name="laurent mayer" userId="c07e7b6061ff73d3" providerId="LiveId" clId="{B2028940-C118-42E9-B968-D2F24F10AE40}" dt="2023-04-30T08:31:54.553" v="429" actId="26606"/>
          <ac:spMkLst>
            <pc:docMk/>
            <pc:sldMk cId="340767149" sldId="258"/>
            <ac:spMk id="2" creationId="{4939DA14-01ED-F371-38D3-E9D2C7373A22}"/>
          </ac:spMkLst>
        </pc:spChg>
        <pc:spChg chg="mod">
          <ac:chgData name="laurent mayer" userId="c07e7b6061ff73d3" providerId="LiveId" clId="{B2028940-C118-42E9-B968-D2F24F10AE40}" dt="2023-04-30T08:56:27.227" v="756" actId="5793"/>
          <ac:spMkLst>
            <pc:docMk/>
            <pc:sldMk cId="340767149" sldId="258"/>
            <ac:spMk id="3" creationId="{FE3DA7D4-EE32-7E06-DC2B-4C429FF923A1}"/>
          </ac:spMkLst>
        </pc:spChg>
        <pc:spChg chg="del mod">
          <ac:chgData name="laurent mayer" userId="c07e7b6061ff73d3" providerId="LiveId" clId="{B2028940-C118-42E9-B968-D2F24F10AE40}" dt="2023-04-30T08:31:49.408" v="426"/>
          <ac:spMkLst>
            <pc:docMk/>
            <pc:sldMk cId="340767149" sldId="258"/>
            <ac:spMk id="4" creationId="{26124D18-B85E-5FBF-20F1-194FE35974FC}"/>
          </ac:spMkLst>
        </pc:spChg>
        <pc:spChg chg="add">
          <ac:chgData name="laurent mayer" userId="c07e7b6061ff73d3" providerId="LiveId" clId="{B2028940-C118-42E9-B968-D2F24F10AE40}" dt="2023-04-30T08:31:54.553" v="429" actId="26606"/>
          <ac:spMkLst>
            <pc:docMk/>
            <pc:sldMk cId="340767149" sldId="258"/>
            <ac:spMk id="11" creationId="{D009D6D5-DAC2-4A8B-A17A-E206B9012D09}"/>
          </ac:spMkLst>
        </pc:spChg>
        <pc:picChg chg="add mod">
          <ac:chgData name="laurent mayer" userId="c07e7b6061ff73d3" providerId="LiveId" clId="{B2028940-C118-42E9-B968-D2F24F10AE40}" dt="2023-04-30T08:31:54.553" v="429" actId="26606"/>
          <ac:picMkLst>
            <pc:docMk/>
            <pc:sldMk cId="340767149" sldId="258"/>
            <ac:picMk id="6" creationId="{FA7E27DC-501C-4B02-4B5C-577CD505CF29}"/>
          </ac:picMkLst>
        </pc:picChg>
      </pc:sldChg>
      <pc:sldChg chg="addSp delSp modSp add mod">
        <pc:chgData name="laurent mayer" userId="c07e7b6061ff73d3" providerId="LiveId" clId="{B2028940-C118-42E9-B968-D2F24F10AE40}" dt="2023-04-30T08:41:39.900" v="555" actId="5793"/>
        <pc:sldMkLst>
          <pc:docMk/>
          <pc:sldMk cId="4051316182" sldId="259"/>
        </pc:sldMkLst>
        <pc:spChg chg="add del mod">
          <ac:chgData name="laurent mayer" userId="c07e7b6061ff73d3" providerId="LiveId" clId="{B2028940-C118-42E9-B968-D2F24F10AE40}" dt="2023-04-30T08:40:25.127" v="491"/>
          <ac:spMkLst>
            <pc:docMk/>
            <pc:sldMk cId="4051316182" sldId="259"/>
            <ac:spMk id="3" creationId="{8854DDAC-5191-7C67-5635-C990A35EFDD9}"/>
          </ac:spMkLst>
        </pc:spChg>
        <pc:spChg chg="mod">
          <ac:chgData name="laurent mayer" userId="c07e7b6061ff73d3" providerId="LiveId" clId="{B2028940-C118-42E9-B968-D2F24F10AE40}" dt="2023-04-30T08:41:32.717" v="553" actId="26606"/>
          <ac:spMkLst>
            <pc:docMk/>
            <pc:sldMk cId="4051316182" sldId="259"/>
            <ac:spMk id="4" creationId="{DD762D67-610B-ADFD-AF23-063FDC00179D}"/>
          </ac:spMkLst>
        </pc:spChg>
        <pc:spChg chg="mod">
          <ac:chgData name="laurent mayer" userId="c07e7b6061ff73d3" providerId="LiveId" clId="{B2028940-C118-42E9-B968-D2F24F10AE40}" dt="2023-04-30T08:41:39.900" v="555" actId="5793"/>
          <ac:spMkLst>
            <pc:docMk/>
            <pc:sldMk cId="4051316182" sldId="259"/>
            <ac:spMk id="5" creationId="{045F8006-1E05-9C93-C277-5626E182DFDE}"/>
          </ac:spMkLst>
        </pc:spChg>
        <pc:spChg chg="del">
          <ac:chgData name="laurent mayer" userId="c07e7b6061ff73d3" providerId="LiveId" clId="{B2028940-C118-42E9-B968-D2F24F10AE40}" dt="2023-04-30T08:40:30.545" v="494" actId="26606"/>
          <ac:spMkLst>
            <pc:docMk/>
            <pc:sldMk cId="4051316182" sldId="259"/>
            <ac:spMk id="13" creationId="{D009D6D5-DAC2-4A8B-A17A-E206B9012D09}"/>
          </ac:spMkLst>
        </pc:spChg>
        <pc:spChg chg="add del">
          <ac:chgData name="laurent mayer" userId="c07e7b6061ff73d3" providerId="LiveId" clId="{B2028940-C118-42E9-B968-D2F24F10AE40}" dt="2023-04-30T08:41:32.717" v="553" actId="26606"/>
          <ac:spMkLst>
            <pc:docMk/>
            <pc:sldMk cId="4051316182" sldId="259"/>
            <ac:spMk id="18" creationId="{04812C46-200A-4DEB-A05E-3ED6C68C2387}"/>
          </ac:spMkLst>
        </pc:spChg>
        <pc:spChg chg="add del">
          <ac:chgData name="laurent mayer" userId="c07e7b6061ff73d3" providerId="LiveId" clId="{B2028940-C118-42E9-B968-D2F24F10AE40}" dt="2023-04-30T08:41:32.717" v="553" actId="26606"/>
          <ac:spMkLst>
            <pc:docMk/>
            <pc:sldMk cId="4051316182" sldId="259"/>
            <ac:spMk id="20" creationId="{D1EA859B-E555-4109-94F3-6700E046E008}"/>
          </ac:spMkLst>
        </pc:spChg>
        <pc:spChg chg="add">
          <ac:chgData name="laurent mayer" userId="c07e7b6061ff73d3" providerId="LiveId" clId="{B2028940-C118-42E9-B968-D2F24F10AE40}" dt="2023-04-30T08:41:32.717" v="553" actId="26606"/>
          <ac:spMkLst>
            <pc:docMk/>
            <pc:sldMk cId="4051316182" sldId="259"/>
            <ac:spMk id="25" creationId="{04812C46-200A-4DEB-A05E-3ED6C68C2387}"/>
          </ac:spMkLst>
        </pc:spChg>
        <pc:picChg chg="add mod ord">
          <ac:chgData name="laurent mayer" userId="c07e7b6061ff73d3" providerId="LiveId" clId="{B2028940-C118-42E9-B968-D2F24F10AE40}" dt="2023-04-30T08:41:32.717" v="553" actId="26606"/>
          <ac:picMkLst>
            <pc:docMk/>
            <pc:sldMk cId="4051316182" sldId="259"/>
            <ac:picMk id="7" creationId="{71B10251-AD44-B28E-126F-351604B359DC}"/>
          </ac:picMkLst>
        </pc:picChg>
        <pc:picChg chg="del">
          <ac:chgData name="laurent mayer" userId="c07e7b6061ff73d3" providerId="LiveId" clId="{B2028940-C118-42E9-B968-D2F24F10AE40}" dt="2023-04-30T08:40:21.968" v="490" actId="478"/>
          <ac:picMkLst>
            <pc:docMk/>
            <pc:sldMk cId="4051316182" sldId="259"/>
            <ac:picMk id="8" creationId="{EAF3E919-6EA9-2686-6644-696B1B717C72}"/>
          </ac:picMkLst>
        </pc:picChg>
      </pc:sldChg>
      <pc:sldChg chg="addSp delSp modSp new del mod">
        <pc:chgData name="laurent mayer" userId="c07e7b6061ff73d3" providerId="LiveId" clId="{B2028940-C118-42E9-B968-D2F24F10AE40}" dt="2023-04-30T08:43:21.418" v="573" actId="2696"/>
        <pc:sldMkLst>
          <pc:docMk/>
          <pc:sldMk cId="2526798146" sldId="260"/>
        </pc:sldMkLst>
        <pc:spChg chg="mod">
          <ac:chgData name="laurent mayer" userId="c07e7b6061ff73d3" providerId="LiveId" clId="{B2028940-C118-42E9-B968-D2F24F10AE40}" dt="2023-04-30T08:42:44.565" v="568" actId="113"/>
          <ac:spMkLst>
            <pc:docMk/>
            <pc:sldMk cId="2526798146" sldId="260"/>
            <ac:spMk id="2" creationId="{FD56AD6F-9F39-9505-A84C-DFE410DC9C7C}"/>
          </ac:spMkLst>
        </pc:spChg>
        <pc:spChg chg="del">
          <ac:chgData name="laurent mayer" userId="c07e7b6061ff73d3" providerId="LiveId" clId="{B2028940-C118-42E9-B968-D2F24F10AE40}" dt="2023-04-30T08:42:56.961" v="569"/>
          <ac:spMkLst>
            <pc:docMk/>
            <pc:sldMk cId="2526798146" sldId="260"/>
            <ac:spMk id="3" creationId="{B9FE1387-3DC6-43B6-9773-C5D62E8E6987}"/>
          </ac:spMkLst>
        </pc:spChg>
        <pc:picChg chg="add mod">
          <ac:chgData name="laurent mayer" userId="c07e7b6061ff73d3" providerId="LiveId" clId="{B2028940-C118-42E9-B968-D2F24F10AE40}" dt="2023-04-30T08:42:59.515" v="572" actId="1076"/>
          <ac:picMkLst>
            <pc:docMk/>
            <pc:sldMk cId="2526798146" sldId="260"/>
            <ac:picMk id="6" creationId="{408C8709-CA22-2FE1-7C77-A20E6B3DE9E3}"/>
          </ac:picMkLst>
        </pc:picChg>
      </pc:sldChg>
      <pc:sldChg chg="addSp delSp modSp add mod">
        <pc:chgData name="laurent mayer" userId="c07e7b6061ff73d3" providerId="LiveId" clId="{B2028940-C118-42E9-B968-D2F24F10AE40}" dt="2023-04-30T08:57:05.993" v="782" actId="20577"/>
        <pc:sldMkLst>
          <pc:docMk/>
          <pc:sldMk cId="2564954272" sldId="260"/>
        </pc:sldMkLst>
        <pc:spChg chg="add del mod">
          <ac:chgData name="laurent mayer" userId="c07e7b6061ff73d3" providerId="LiveId" clId="{B2028940-C118-42E9-B968-D2F24F10AE40}" dt="2023-04-30T08:43:33.715" v="576"/>
          <ac:spMkLst>
            <pc:docMk/>
            <pc:sldMk cId="2564954272" sldId="260"/>
            <ac:spMk id="3" creationId="{05111E5E-6808-E032-6271-135364F9DF57}"/>
          </ac:spMkLst>
        </pc:spChg>
        <pc:spChg chg="mod">
          <ac:chgData name="laurent mayer" userId="c07e7b6061ff73d3" providerId="LiveId" clId="{B2028940-C118-42E9-B968-D2F24F10AE40}" dt="2023-04-30T08:43:36.488" v="579" actId="26606"/>
          <ac:spMkLst>
            <pc:docMk/>
            <pc:sldMk cId="2564954272" sldId="260"/>
            <ac:spMk id="4" creationId="{DD762D67-610B-ADFD-AF23-063FDC00179D}"/>
          </ac:spMkLst>
        </pc:spChg>
        <pc:spChg chg="mod">
          <ac:chgData name="laurent mayer" userId="c07e7b6061ff73d3" providerId="LiveId" clId="{B2028940-C118-42E9-B968-D2F24F10AE40}" dt="2023-04-30T08:57:05.993" v="782" actId="20577"/>
          <ac:spMkLst>
            <pc:docMk/>
            <pc:sldMk cId="2564954272" sldId="260"/>
            <ac:spMk id="5" creationId="{045F8006-1E05-9C93-C277-5626E182DFDE}"/>
          </ac:spMkLst>
        </pc:spChg>
        <pc:spChg chg="del">
          <ac:chgData name="laurent mayer" userId="c07e7b6061ff73d3" providerId="LiveId" clId="{B2028940-C118-42E9-B968-D2F24F10AE40}" dt="2023-04-30T08:43:36.488" v="579" actId="26606"/>
          <ac:spMkLst>
            <pc:docMk/>
            <pc:sldMk cId="2564954272" sldId="260"/>
            <ac:spMk id="25" creationId="{04812C46-200A-4DEB-A05E-3ED6C68C2387}"/>
          </ac:spMkLst>
        </pc:spChg>
        <pc:spChg chg="add">
          <ac:chgData name="laurent mayer" userId="c07e7b6061ff73d3" providerId="LiveId" clId="{B2028940-C118-42E9-B968-D2F24F10AE40}" dt="2023-04-30T08:43:36.488" v="579" actId="26606"/>
          <ac:spMkLst>
            <pc:docMk/>
            <pc:sldMk cId="2564954272" sldId="260"/>
            <ac:spMk id="30" creationId="{04812C46-200A-4DEB-A05E-3ED6C68C2387}"/>
          </ac:spMkLst>
        </pc:spChg>
        <pc:spChg chg="add">
          <ac:chgData name="laurent mayer" userId="c07e7b6061ff73d3" providerId="LiveId" clId="{B2028940-C118-42E9-B968-D2F24F10AE40}" dt="2023-04-30T08:43:36.488" v="579" actId="26606"/>
          <ac:spMkLst>
            <pc:docMk/>
            <pc:sldMk cId="2564954272" sldId="260"/>
            <ac:spMk id="32" creationId="{D1EA859B-E555-4109-94F3-6700E046E008}"/>
          </ac:spMkLst>
        </pc:spChg>
        <pc:picChg chg="del">
          <ac:chgData name="laurent mayer" userId="c07e7b6061ff73d3" providerId="LiveId" clId="{B2028940-C118-42E9-B968-D2F24F10AE40}" dt="2023-04-30T08:43:30.481" v="575" actId="478"/>
          <ac:picMkLst>
            <pc:docMk/>
            <pc:sldMk cId="2564954272" sldId="260"/>
            <ac:picMk id="7" creationId="{71B10251-AD44-B28E-126F-351604B359DC}"/>
          </ac:picMkLst>
        </pc:picChg>
        <pc:picChg chg="add mod ord">
          <ac:chgData name="laurent mayer" userId="c07e7b6061ff73d3" providerId="LiveId" clId="{B2028940-C118-42E9-B968-D2F24F10AE40}" dt="2023-04-30T08:43:36.488" v="579" actId="26606"/>
          <ac:picMkLst>
            <pc:docMk/>
            <pc:sldMk cId="2564954272" sldId="260"/>
            <ac:picMk id="8" creationId="{837719CB-BA76-C237-2AE3-6DB16D0E0FE7}"/>
          </ac:picMkLst>
        </pc:picChg>
      </pc:sldChg>
      <pc:sldChg chg="addSp delSp modSp new mod chgLayout">
        <pc:chgData name="laurent mayer" userId="c07e7b6061ff73d3" providerId="LiveId" clId="{B2028940-C118-42E9-B968-D2F24F10AE40}" dt="2023-04-30T09:30:07.588" v="1193" actId="20577"/>
        <pc:sldMkLst>
          <pc:docMk/>
          <pc:sldMk cId="3649514762" sldId="261"/>
        </pc:sldMkLst>
        <pc:spChg chg="mod ord">
          <ac:chgData name="laurent mayer" userId="c07e7b6061ff73d3" providerId="LiveId" clId="{B2028940-C118-42E9-B968-D2F24F10AE40}" dt="2023-04-30T09:06:29.079" v="839" actId="20577"/>
          <ac:spMkLst>
            <pc:docMk/>
            <pc:sldMk cId="3649514762" sldId="261"/>
            <ac:spMk id="2" creationId="{CE72D2BA-EB09-9947-BB81-2D510C9B49F2}"/>
          </ac:spMkLst>
        </pc:spChg>
        <pc:spChg chg="del mod">
          <ac:chgData name="laurent mayer" userId="c07e7b6061ff73d3" providerId="LiveId" clId="{B2028940-C118-42E9-B968-D2F24F10AE40}" dt="2023-04-30T09:05:33.371" v="798"/>
          <ac:spMkLst>
            <pc:docMk/>
            <pc:sldMk cId="3649514762" sldId="261"/>
            <ac:spMk id="3" creationId="{C33696DC-A052-4D6B-88F0-81ABC7B376F5}"/>
          </ac:spMkLst>
        </pc:spChg>
        <pc:spChg chg="del mod">
          <ac:chgData name="laurent mayer" userId="c07e7b6061ff73d3" providerId="LiveId" clId="{B2028940-C118-42E9-B968-D2F24F10AE40}" dt="2023-04-30T09:05:54.856" v="804" actId="700"/>
          <ac:spMkLst>
            <pc:docMk/>
            <pc:sldMk cId="3649514762" sldId="261"/>
            <ac:spMk id="4" creationId="{864F5C06-BD69-D4A1-797F-F033D14A71A5}"/>
          </ac:spMkLst>
        </pc:spChg>
        <pc:spChg chg="add del mod ord">
          <ac:chgData name="laurent mayer" userId="c07e7b6061ff73d3" providerId="LiveId" clId="{B2028940-C118-42E9-B968-D2F24F10AE40}" dt="2023-04-30T09:06:00.757" v="807"/>
          <ac:spMkLst>
            <pc:docMk/>
            <pc:sldMk cId="3649514762" sldId="261"/>
            <ac:spMk id="7" creationId="{2CDE9115-7B91-00FC-E02F-72FFFA6E8945}"/>
          </ac:spMkLst>
        </pc:spChg>
        <pc:spChg chg="add mod">
          <ac:chgData name="laurent mayer" userId="c07e7b6061ff73d3" providerId="LiveId" clId="{B2028940-C118-42E9-B968-D2F24F10AE40}" dt="2023-04-30T09:30:07.588" v="1193" actId="20577"/>
          <ac:spMkLst>
            <pc:docMk/>
            <pc:sldMk cId="3649514762" sldId="261"/>
            <ac:spMk id="9" creationId="{999E5C6F-8C5F-D7B1-E968-E86A037908FB}"/>
          </ac:spMkLst>
        </pc:spChg>
        <pc:picChg chg="add del mod ord">
          <ac:chgData name="laurent mayer" userId="c07e7b6061ff73d3" providerId="LiveId" clId="{B2028940-C118-42E9-B968-D2F24F10AE40}" dt="2023-04-30T09:05:57.698" v="805" actId="21"/>
          <ac:picMkLst>
            <pc:docMk/>
            <pc:sldMk cId="3649514762" sldId="261"/>
            <ac:picMk id="6" creationId="{AA72319F-331C-204F-AD87-8D37773623DC}"/>
          </ac:picMkLst>
        </pc:picChg>
        <pc:picChg chg="add mod">
          <ac:chgData name="laurent mayer" userId="c07e7b6061ff73d3" providerId="LiveId" clId="{B2028940-C118-42E9-B968-D2F24F10AE40}" dt="2023-04-30T09:06:00.757" v="807"/>
          <ac:picMkLst>
            <pc:docMk/>
            <pc:sldMk cId="3649514762" sldId="261"/>
            <ac:picMk id="10" creationId="{3645E0FD-BB08-622D-9B4D-045ADBCF5E6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t61MfNXEYo" TargetMode="External"/><Relationship Id="rId1" Type="http://schemas.openxmlformats.org/officeDocument/2006/relationships/hyperlink" Target="https://www.youtube.com/watch?v=cIxLAoKktBY" TargetMode="Externa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hyperlink" Target="https://www.youtube.com/watch?v=U9nkd2jt3b8" TargetMode="Externa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t61MfNXEYo" TargetMode="External"/><Relationship Id="rId1" Type="http://schemas.openxmlformats.org/officeDocument/2006/relationships/hyperlink" Target="https://www.youtube.com/watch?v=cIxLAoKktBY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hyperlink" Target="https://www.youtube.com/watch?v=U9nkd2jt3b8" TargetMode="External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9F3AC4-5858-47CA-AD1C-D7EC5C4C6B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FB658B-B6CC-412A-8D68-D72302FF9080}">
      <dgm:prSet/>
      <dgm:spPr/>
      <dgm:t>
        <a:bodyPr/>
        <a:lstStyle/>
        <a:p>
          <a:r>
            <a:rPr lang="en-US" dirty="0"/>
            <a:t>IA </a:t>
          </a:r>
          <a:r>
            <a:rPr lang="en-US" dirty="0" err="1"/>
            <a:t>utilisée</a:t>
          </a:r>
          <a:r>
            <a:rPr lang="en-US" dirty="0"/>
            <a:t> pour </a:t>
          </a:r>
          <a:r>
            <a:rPr lang="en-US" b="1" dirty="0"/>
            <a:t>prendre des </a:t>
          </a:r>
          <a:r>
            <a:rPr lang="en-US" b="1" dirty="0" err="1"/>
            <a:t>décisions</a:t>
          </a:r>
          <a:r>
            <a:rPr lang="en-US" b="1" dirty="0"/>
            <a:t> </a:t>
          </a:r>
          <a:r>
            <a:rPr lang="en-US" dirty="0" err="1"/>
            <a:t>en</a:t>
          </a:r>
          <a:r>
            <a:rPr lang="en-US" dirty="0"/>
            <a:t> </a:t>
          </a:r>
          <a:r>
            <a:rPr lang="en-US" b="1" dirty="0"/>
            <a:t>simulant</a:t>
          </a:r>
          <a:r>
            <a:rPr lang="en-US" dirty="0"/>
            <a:t> </a:t>
          </a:r>
          <a:r>
            <a:rPr lang="en-US" dirty="0" err="1"/>
            <a:t>plusieurs</a:t>
          </a:r>
          <a:r>
            <a:rPr lang="en-US" dirty="0"/>
            <a:t> coups possibles.</a:t>
          </a:r>
        </a:p>
      </dgm:t>
    </dgm:pt>
    <dgm:pt modelId="{33338BC4-2B94-4546-B844-BD25B7A36596}" type="parTrans" cxnId="{6B78A08F-A81F-43A1-8131-C4F3F46313EE}">
      <dgm:prSet/>
      <dgm:spPr/>
      <dgm:t>
        <a:bodyPr/>
        <a:lstStyle/>
        <a:p>
          <a:endParaRPr lang="en-US"/>
        </a:p>
      </dgm:t>
    </dgm:pt>
    <dgm:pt modelId="{C49F0E01-3942-4504-ACE7-9FE7052C1E3B}" type="sibTrans" cxnId="{6B78A08F-A81F-43A1-8131-C4F3F46313EE}">
      <dgm:prSet/>
      <dgm:spPr/>
      <dgm:t>
        <a:bodyPr/>
        <a:lstStyle/>
        <a:p>
          <a:endParaRPr lang="en-US"/>
        </a:p>
      </dgm:t>
    </dgm:pt>
    <dgm:pt modelId="{52B523D2-A7F0-4983-9BA9-6F52694A3CC8}">
      <dgm:prSet/>
      <dgm:spPr/>
      <dgm:t>
        <a:bodyPr/>
        <a:lstStyle/>
        <a:p>
          <a:r>
            <a:rPr lang="en-US" b="1" u="sng"/>
            <a:t>Étapes</a:t>
          </a:r>
          <a:r>
            <a:rPr lang="en-US"/>
            <a:t> : </a:t>
          </a:r>
          <a:r>
            <a:rPr lang="en-US" i="1"/>
            <a:t>sélection</a:t>
          </a:r>
          <a:r>
            <a:rPr lang="en-US"/>
            <a:t> ➝ </a:t>
          </a:r>
          <a:r>
            <a:rPr lang="en-US" i="1"/>
            <a:t>expansion</a:t>
          </a:r>
          <a:r>
            <a:rPr lang="en-US"/>
            <a:t> ➝ </a:t>
          </a:r>
          <a:r>
            <a:rPr lang="en-US" i="1"/>
            <a:t>simulation</a:t>
          </a:r>
          <a:r>
            <a:rPr lang="en-US"/>
            <a:t> ➝ </a:t>
          </a:r>
          <a:r>
            <a:rPr lang="en-US" i="1"/>
            <a:t>rétro-propagation</a:t>
          </a:r>
          <a:r>
            <a:rPr lang="en-US"/>
            <a:t>.</a:t>
          </a:r>
        </a:p>
      </dgm:t>
    </dgm:pt>
    <dgm:pt modelId="{7A50F72A-A65D-4D3E-A737-41E2013C4E3F}" type="parTrans" cxnId="{EF2AA940-04FB-4FEA-A171-314942B0D30A}">
      <dgm:prSet/>
      <dgm:spPr/>
      <dgm:t>
        <a:bodyPr/>
        <a:lstStyle/>
        <a:p>
          <a:endParaRPr lang="en-US"/>
        </a:p>
      </dgm:t>
    </dgm:pt>
    <dgm:pt modelId="{F705D10C-DE24-4C64-A5AB-9142400E4BB7}" type="sibTrans" cxnId="{EF2AA940-04FB-4FEA-A171-314942B0D30A}">
      <dgm:prSet/>
      <dgm:spPr/>
      <dgm:t>
        <a:bodyPr/>
        <a:lstStyle/>
        <a:p>
          <a:endParaRPr lang="en-US"/>
        </a:p>
      </dgm:t>
    </dgm:pt>
    <dgm:pt modelId="{1E5EBA33-3216-43A4-898A-1587B7E439CA}">
      <dgm:prSet/>
      <dgm:spPr/>
      <dgm:t>
        <a:bodyPr/>
        <a:lstStyle/>
        <a:p>
          <a:r>
            <a:rPr lang="en-US" dirty="0" err="1"/>
            <a:t>Équilibre</a:t>
          </a:r>
          <a:r>
            <a:rPr lang="en-US" dirty="0"/>
            <a:t> entre </a:t>
          </a:r>
          <a:r>
            <a:rPr lang="en-US" b="1" dirty="0"/>
            <a:t>exploration</a:t>
          </a:r>
          <a:r>
            <a:rPr lang="en-US" dirty="0"/>
            <a:t> et </a:t>
          </a:r>
          <a:r>
            <a:rPr lang="en-US" b="1" dirty="0"/>
            <a:t>exploitation</a:t>
          </a:r>
          <a:r>
            <a:rPr lang="en-US" dirty="0"/>
            <a:t>.</a:t>
          </a:r>
        </a:p>
      </dgm:t>
    </dgm:pt>
    <dgm:pt modelId="{A9163697-791A-4DA7-A23D-55DA41359FD0}" type="parTrans" cxnId="{399A9CDB-21EF-413A-A483-A2A86C22EF68}">
      <dgm:prSet/>
      <dgm:spPr/>
      <dgm:t>
        <a:bodyPr/>
        <a:lstStyle/>
        <a:p>
          <a:endParaRPr lang="en-US"/>
        </a:p>
      </dgm:t>
    </dgm:pt>
    <dgm:pt modelId="{7DC1745B-C78D-484C-8EEF-539D4EB24BEE}" type="sibTrans" cxnId="{399A9CDB-21EF-413A-A483-A2A86C22EF68}">
      <dgm:prSet/>
      <dgm:spPr/>
      <dgm:t>
        <a:bodyPr/>
        <a:lstStyle/>
        <a:p>
          <a:endParaRPr lang="en-US"/>
        </a:p>
      </dgm:t>
    </dgm:pt>
    <dgm:pt modelId="{5E47B561-0207-4D11-B63B-97C3B7A715F2}">
      <dgm:prSet/>
      <dgm:spPr/>
      <dgm:t>
        <a:bodyPr/>
        <a:lstStyle/>
        <a:p>
          <a:r>
            <a:rPr lang="en-US" b="1"/>
            <a:t>Exemple</a:t>
          </a:r>
          <a:r>
            <a:rPr lang="fr-FR" b="1"/>
            <a:t>s</a:t>
          </a:r>
          <a:r>
            <a:rPr lang="en-US"/>
            <a:t> : AlphaGo (jeu de Go), Civilization VI.</a:t>
          </a:r>
        </a:p>
      </dgm:t>
    </dgm:pt>
    <dgm:pt modelId="{8B280270-1D44-46CB-AA4E-17CE5F3F1F28}" type="parTrans" cxnId="{97FCCFC0-FA6F-4028-8636-1C481A469815}">
      <dgm:prSet/>
      <dgm:spPr/>
      <dgm:t>
        <a:bodyPr/>
        <a:lstStyle/>
        <a:p>
          <a:endParaRPr lang="en-US"/>
        </a:p>
      </dgm:t>
    </dgm:pt>
    <dgm:pt modelId="{8B01C1A3-E9D4-43F0-B817-B47620D671ED}" type="sibTrans" cxnId="{97FCCFC0-FA6F-4028-8636-1C481A469815}">
      <dgm:prSet/>
      <dgm:spPr/>
      <dgm:t>
        <a:bodyPr/>
        <a:lstStyle/>
        <a:p>
          <a:endParaRPr lang="en-US"/>
        </a:p>
      </dgm:t>
    </dgm:pt>
    <dgm:pt modelId="{E98B89BC-90CC-42FB-B531-787C561997A9}">
      <dgm:prSet/>
      <dgm:spPr/>
      <dgm:t>
        <a:bodyPr/>
        <a:lstStyle/>
        <a:p>
          <a:r>
            <a:rPr lang="fr-FR" dirty="0"/>
            <a:t>Lien MCTS : </a:t>
          </a:r>
          <a:r>
            <a:rPr lang="fr-FR" dirty="0">
              <a:hlinkClick xmlns:r="http://schemas.openxmlformats.org/officeDocument/2006/relationships" r:id="rId1"/>
            </a:rPr>
            <a:t>https://www.youtube.com/watch?v=cIxLAoKktBY</a:t>
          </a:r>
          <a:endParaRPr lang="en-US" dirty="0"/>
        </a:p>
      </dgm:t>
    </dgm:pt>
    <dgm:pt modelId="{83AC03D0-2C78-4816-86AB-721AA9E0C4F5}" type="parTrans" cxnId="{10EFC4E1-73F9-4008-ACCB-F3511F5009B5}">
      <dgm:prSet/>
      <dgm:spPr/>
      <dgm:t>
        <a:bodyPr/>
        <a:lstStyle/>
        <a:p>
          <a:endParaRPr lang="en-US"/>
        </a:p>
      </dgm:t>
    </dgm:pt>
    <dgm:pt modelId="{767227B1-74CF-4830-946C-73C5A6DD2E1F}" type="sibTrans" cxnId="{10EFC4E1-73F9-4008-ACCB-F3511F5009B5}">
      <dgm:prSet/>
      <dgm:spPr/>
      <dgm:t>
        <a:bodyPr/>
        <a:lstStyle/>
        <a:p>
          <a:endParaRPr lang="en-US"/>
        </a:p>
      </dgm:t>
    </dgm:pt>
    <dgm:pt modelId="{AD4BCB1E-D4F9-4F3F-B303-7E00594BD79A}">
      <dgm:prSet/>
      <dgm:spPr/>
      <dgm:t>
        <a:bodyPr/>
        <a:lstStyle/>
        <a:p>
          <a:r>
            <a:rPr lang="fr-FR" dirty="0"/>
            <a:t>Méthode de Monte Carlo (en général) : </a:t>
          </a:r>
          <a:r>
            <a:rPr lang="fr-FR" dirty="0">
              <a:hlinkClick xmlns:r="http://schemas.openxmlformats.org/officeDocument/2006/relationships" r:id="rId2"/>
            </a:rPr>
            <a:t>https://www.youtube.com/watch?v=dt61MfNXEYo</a:t>
          </a:r>
          <a:endParaRPr lang="en-US" dirty="0"/>
        </a:p>
      </dgm:t>
    </dgm:pt>
    <dgm:pt modelId="{F550CCA3-1DC9-4E91-B9C2-D278AF7C0096}" type="parTrans" cxnId="{CF3A5F35-62FF-42E8-B647-FE0968F1232E}">
      <dgm:prSet/>
      <dgm:spPr/>
      <dgm:t>
        <a:bodyPr/>
        <a:lstStyle/>
        <a:p>
          <a:endParaRPr lang="en-US"/>
        </a:p>
      </dgm:t>
    </dgm:pt>
    <dgm:pt modelId="{9F7D3264-09D0-4261-BBE2-20787D7B2848}" type="sibTrans" cxnId="{CF3A5F35-62FF-42E8-B647-FE0968F1232E}">
      <dgm:prSet/>
      <dgm:spPr/>
      <dgm:t>
        <a:bodyPr/>
        <a:lstStyle/>
        <a:p>
          <a:endParaRPr lang="en-US"/>
        </a:p>
      </dgm:t>
    </dgm:pt>
    <dgm:pt modelId="{20048D82-CC2D-4E24-B20B-DE8147A55478}" type="pres">
      <dgm:prSet presAssocID="{959F3AC4-5858-47CA-AD1C-D7EC5C4C6B30}" presName="linear" presStyleCnt="0">
        <dgm:presLayoutVars>
          <dgm:animLvl val="lvl"/>
          <dgm:resizeHandles val="exact"/>
        </dgm:presLayoutVars>
      </dgm:prSet>
      <dgm:spPr/>
    </dgm:pt>
    <dgm:pt modelId="{B9488719-97EA-4B43-9D2E-C60E8F13E3D8}" type="pres">
      <dgm:prSet presAssocID="{E2FB658B-B6CC-412A-8D68-D72302FF908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8D6FCBB-AF78-4989-8710-4C41A2300711}" type="pres">
      <dgm:prSet presAssocID="{C49F0E01-3942-4504-ACE7-9FE7052C1E3B}" presName="spacer" presStyleCnt="0"/>
      <dgm:spPr/>
    </dgm:pt>
    <dgm:pt modelId="{8D73F496-07C4-42F1-85B0-6E716FD37860}" type="pres">
      <dgm:prSet presAssocID="{52B523D2-A7F0-4983-9BA9-6F52694A3CC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C41D571-173F-4404-992C-ECFA5B3BE488}" type="pres">
      <dgm:prSet presAssocID="{F705D10C-DE24-4C64-A5AB-9142400E4BB7}" presName="spacer" presStyleCnt="0"/>
      <dgm:spPr/>
    </dgm:pt>
    <dgm:pt modelId="{DEE11CBE-8426-47E5-AD22-2F761F13BD2F}" type="pres">
      <dgm:prSet presAssocID="{1E5EBA33-3216-43A4-898A-1587B7E439C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22C5A2B-FCA3-4B9A-9DD3-106B0CD57F59}" type="pres">
      <dgm:prSet presAssocID="{7DC1745B-C78D-484C-8EEF-539D4EB24BEE}" presName="spacer" presStyleCnt="0"/>
      <dgm:spPr/>
    </dgm:pt>
    <dgm:pt modelId="{3C3CFF38-2702-4982-8C0A-AB5248F8A60F}" type="pres">
      <dgm:prSet presAssocID="{5E47B561-0207-4D11-B63B-97C3B7A715F2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19F41CF-43A1-4163-879A-881F70D188D2}" type="pres">
      <dgm:prSet presAssocID="{8B01C1A3-E9D4-43F0-B817-B47620D671ED}" presName="spacer" presStyleCnt="0"/>
      <dgm:spPr/>
    </dgm:pt>
    <dgm:pt modelId="{0CADE770-BFE7-4855-827D-B41ED73E2816}" type="pres">
      <dgm:prSet presAssocID="{E98B89BC-90CC-42FB-B531-787C561997A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707F14D-5718-4DA8-91B7-DD344C12C948}" type="pres">
      <dgm:prSet presAssocID="{767227B1-74CF-4830-946C-73C5A6DD2E1F}" presName="spacer" presStyleCnt="0"/>
      <dgm:spPr/>
    </dgm:pt>
    <dgm:pt modelId="{6C23AEF2-5399-484D-8617-ABB38E9D43B8}" type="pres">
      <dgm:prSet presAssocID="{AD4BCB1E-D4F9-4F3F-B303-7E00594BD79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348360F-58F5-4A96-B6E6-D7CE313A7122}" type="presOf" srcId="{AD4BCB1E-D4F9-4F3F-B303-7E00594BD79A}" destId="{6C23AEF2-5399-484D-8617-ABB38E9D43B8}" srcOrd="0" destOrd="0" presId="urn:microsoft.com/office/officeart/2005/8/layout/vList2"/>
    <dgm:cxn modelId="{C746722A-069E-49BD-B8B5-6678C612C72E}" type="presOf" srcId="{5E47B561-0207-4D11-B63B-97C3B7A715F2}" destId="{3C3CFF38-2702-4982-8C0A-AB5248F8A60F}" srcOrd="0" destOrd="0" presId="urn:microsoft.com/office/officeart/2005/8/layout/vList2"/>
    <dgm:cxn modelId="{96874D33-B4F6-4F1D-BF18-145C4751DBB7}" type="presOf" srcId="{E98B89BC-90CC-42FB-B531-787C561997A9}" destId="{0CADE770-BFE7-4855-827D-B41ED73E2816}" srcOrd="0" destOrd="0" presId="urn:microsoft.com/office/officeart/2005/8/layout/vList2"/>
    <dgm:cxn modelId="{CF3A5F35-62FF-42E8-B647-FE0968F1232E}" srcId="{959F3AC4-5858-47CA-AD1C-D7EC5C4C6B30}" destId="{AD4BCB1E-D4F9-4F3F-B303-7E00594BD79A}" srcOrd="5" destOrd="0" parTransId="{F550CCA3-1DC9-4E91-B9C2-D278AF7C0096}" sibTransId="{9F7D3264-09D0-4261-BBE2-20787D7B2848}"/>
    <dgm:cxn modelId="{EF2AA940-04FB-4FEA-A171-314942B0D30A}" srcId="{959F3AC4-5858-47CA-AD1C-D7EC5C4C6B30}" destId="{52B523D2-A7F0-4983-9BA9-6F52694A3CC8}" srcOrd="1" destOrd="0" parTransId="{7A50F72A-A65D-4D3E-A737-41E2013C4E3F}" sibTransId="{F705D10C-DE24-4C64-A5AB-9142400E4BB7}"/>
    <dgm:cxn modelId="{78793179-A194-4ECA-B026-41AD30315C53}" type="presOf" srcId="{52B523D2-A7F0-4983-9BA9-6F52694A3CC8}" destId="{8D73F496-07C4-42F1-85B0-6E716FD37860}" srcOrd="0" destOrd="0" presId="urn:microsoft.com/office/officeart/2005/8/layout/vList2"/>
    <dgm:cxn modelId="{52F8C67D-60F9-4780-BCED-BE34AE0CAB7D}" type="presOf" srcId="{E2FB658B-B6CC-412A-8D68-D72302FF9080}" destId="{B9488719-97EA-4B43-9D2E-C60E8F13E3D8}" srcOrd="0" destOrd="0" presId="urn:microsoft.com/office/officeart/2005/8/layout/vList2"/>
    <dgm:cxn modelId="{6B78A08F-A81F-43A1-8131-C4F3F46313EE}" srcId="{959F3AC4-5858-47CA-AD1C-D7EC5C4C6B30}" destId="{E2FB658B-B6CC-412A-8D68-D72302FF9080}" srcOrd="0" destOrd="0" parTransId="{33338BC4-2B94-4546-B844-BD25B7A36596}" sibTransId="{C49F0E01-3942-4504-ACE7-9FE7052C1E3B}"/>
    <dgm:cxn modelId="{36F88BAD-48BD-43B8-8245-DD8A6E8068E0}" type="presOf" srcId="{959F3AC4-5858-47CA-AD1C-D7EC5C4C6B30}" destId="{20048D82-CC2D-4E24-B20B-DE8147A55478}" srcOrd="0" destOrd="0" presId="urn:microsoft.com/office/officeart/2005/8/layout/vList2"/>
    <dgm:cxn modelId="{97FCCFC0-FA6F-4028-8636-1C481A469815}" srcId="{959F3AC4-5858-47CA-AD1C-D7EC5C4C6B30}" destId="{5E47B561-0207-4D11-B63B-97C3B7A715F2}" srcOrd="3" destOrd="0" parTransId="{8B280270-1D44-46CB-AA4E-17CE5F3F1F28}" sibTransId="{8B01C1A3-E9D4-43F0-B817-B47620D671ED}"/>
    <dgm:cxn modelId="{399A9CDB-21EF-413A-A483-A2A86C22EF68}" srcId="{959F3AC4-5858-47CA-AD1C-D7EC5C4C6B30}" destId="{1E5EBA33-3216-43A4-898A-1587B7E439CA}" srcOrd="2" destOrd="0" parTransId="{A9163697-791A-4DA7-A23D-55DA41359FD0}" sibTransId="{7DC1745B-C78D-484C-8EEF-539D4EB24BEE}"/>
    <dgm:cxn modelId="{10EFC4E1-73F9-4008-ACCB-F3511F5009B5}" srcId="{959F3AC4-5858-47CA-AD1C-D7EC5C4C6B30}" destId="{E98B89BC-90CC-42FB-B531-787C561997A9}" srcOrd="4" destOrd="0" parTransId="{83AC03D0-2C78-4816-86AB-721AA9E0C4F5}" sibTransId="{767227B1-74CF-4830-946C-73C5A6DD2E1F}"/>
    <dgm:cxn modelId="{217D06F5-9B1F-4076-B392-744E78BFEBD2}" type="presOf" srcId="{1E5EBA33-3216-43A4-898A-1587B7E439CA}" destId="{DEE11CBE-8426-47E5-AD22-2F761F13BD2F}" srcOrd="0" destOrd="0" presId="urn:microsoft.com/office/officeart/2005/8/layout/vList2"/>
    <dgm:cxn modelId="{24A5CA80-BBC2-4C9D-8C28-369851900BC3}" type="presParOf" srcId="{20048D82-CC2D-4E24-B20B-DE8147A55478}" destId="{B9488719-97EA-4B43-9D2E-C60E8F13E3D8}" srcOrd="0" destOrd="0" presId="urn:microsoft.com/office/officeart/2005/8/layout/vList2"/>
    <dgm:cxn modelId="{8E5CF1E4-C80C-4D02-86F7-6C3C32D991A7}" type="presParOf" srcId="{20048D82-CC2D-4E24-B20B-DE8147A55478}" destId="{28D6FCBB-AF78-4989-8710-4C41A2300711}" srcOrd="1" destOrd="0" presId="urn:microsoft.com/office/officeart/2005/8/layout/vList2"/>
    <dgm:cxn modelId="{F9A2BFD6-A875-4429-9B21-2731B55F36B9}" type="presParOf" srcId="{20048D82-CC2D-4E24-B20B-DE8147A55478}" destId="{8D73F496-07C4-42F1-85B0-6E716FD37860}" srcOrd="2" destOrd="0" presId="urn:microsoft.com/office/officeart/2005/8/layout/vList2"/>
    <dgm:cxn modelId="{293FE8A8-F084-4DEA-B3C5-1319AE891F53}" type="presParOf" srcId="{20048D82-CC2D-4E24-B20B-DE8147A55478}" destId="{BC41D571-173F-4404-992C-ECFA5B3BE488}" srcOrd="3" destOrd="0" presId="urn:microsoft.com/office/officeart/2005/8/layout/vList2"/>
    <dgm:cxn modelId="{98E3485A-E38A-433F-BDD8-2BC3BF036F58}" type="presParOf" srcId="{20048D82-CC2D-4E24-B20B-DE8147A55478}" destId="{DEE11CBE-8426-47E5-AD22-2F761F13BD2F}" srcOrd="4" destOrd="0" presId="urn:microsoft.com/office/officeart/2005/8/layout/vList2"/>
    <dgm:cxn modelId="{8C527F8F-B889-42BC-AD79-3D05C7661865}" type="presParOf" srcId="{20048D82-CC2D-4E24-B20B-DE8147A55478}" destId="{622C5A2B-FCA3-4B9A-9DD3-106B0CD57F59}" srcOrd="5" destOrd="0" presId="urn:microsoft.com/office/officeart/2005/8/layout/vList2"/>
    <dgm:cxn modelId="{E681334D-9028-4E83-AF4B-EDB7CBDCD465}" type="presParOf" srcId="{20048D82-CC2D-4E24-B20B-DE8147A55478}" destId="{3C3CFF38-2702-4982-8C0A-AB5248F8A60F}" srcOrd="6" destOrd="0" presId="urn:microsoft.com/office/officeart/2005/8/layout/vList2"/>
    <dgm:cxn modelId="{3D344DE1-ADCC-45FF-A5EA-69CD5BF6DF7C}" type="presParOf" srcId="{20048D82-CC2D-4E24-B20B-DE8147A55478}" destId="{119F41CF-43A1-4163-879A-881F70D188D2}" srcOrd="7" destOrd="0" presId="urn:microsoft.com/office/officeart/2005/8/layout/vList2"/>
    <dgm:cxn modelId="{0ECE4E7A-B578-4DF1-8419-1165E1479438}" type="presParOf" srcId="{20048D82-CC2D-4E24-B20B-DE8147A55478}" destId="{0CADE770-BFE7-4855-827D-B41ED73E2816}" srcOrd="8" destOrd="0" presId="urn:microsoft.com/office/officeart/2005/8/layout/vList2"/>
    <dgm:cxn modelId="{3346A006-AAD7-472B-B523-E63693E8CBA4}" type="presParOf" srcId="{20048D82-CC2D-4E24-B20B-DE8147A55478}" destId="{3707F14D-5718-4DA8-91B7-DD344C12C948}" srcOrd="9" destOrd="0" presId="urn:microsoft.com/office/officeart/2005/8/layout/vList2"/>
    <dgm:cxn modelId="{F38EFB87-0ABA-4A05-8F3F-07102A1E0BD4}" type="presParOf" srcId="{20048D82-CC2D-4E24-B20B-DE8147A55478}" destId="{6C23AEF2-5399-484D-8617-ABB38E9D43B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017DB1-EBED-4A44-9AE7-D783B7D3671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C460ED-448F-4D9E-9B08-27621E0342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dirty="0"/>
            <a:t>IA qui apprend par </a:t>
          </a:r>
          <a:r>
            <a:rPr lang="fr-FR" sz="1600" b="1" dirty="0"/>
            <a:t>essai-erreur</a:t>
          </a:r>
          <a:r>
            <a:rPr lang="fr-FR" sz="1600" dirty="0"/>
            <a:t> avec un </a:t>
          </a:r>
          <a:r>
            <a:rPr lang="fr-FR" sz="1600" b="1" dirty="0"/>
            <a:t>réseau de neurones </a:t>
          </a:r>
          <a:r>
            <a:rPr lang="fr-FR" sz="1600" dirty="0"/>
            <a:t>(</a:t>
          </a:r>
          <a:r>
            <a:rPr lang="fr-FR" sz="1600" i="1" dirty="0"/>
            <a:t>forme</a:t>
          </a:r>
          <a:r>
            <a:rPr lang="fr-FR" sz="1600" dirty="0"/>
            <a:t> </a:t>
          </a:r>
          <a:r>
            <a:rPr lang="fr-FR" sz="1600" b="1" dirty="0"/>
            <a:t>d’apprentissage par renforcement</a:t>
          </a:r>
          <a:r>
            <a:rPr lang="fr-FR" sz="1600" dirty="0"/>
            <a:t>).</a:t>
          </a:r>
          <a:endParaRPr lang="en-US" sz="1600" dirty="0"/>
        </a:p>
      </dgm:t>
    </dgm:pt>
    <dgm:pt modelId="{EC294799-3187-4DF9-A838-3E4D14DF8F0F}" type="parTrans" cxnId="{9D893CF3-1F3C-4AF3-B99D-A1B8B75B7CBC}">
      <dgm:prSet/>
      <dgm:spPr/>
      <dgm:t>
        <a:bodyPr/>
        <a:lstStyle/>
        <a:p>
          <a:endParaRPr lang="en-US"/>
        </a:p>
      </dgm:t>
    </dgm:pt>
    <dgm:pt modelId="{23FBE4A7-FC41-4D85-8073-7E3FF524BFEE}" type="sibTrans" cxnId="{9D893CF3-1F3C-4AF3-B99D-A1B8B75B7CBC}">
      <dgm:prSet/>
      <dgm:spPr/>
      <dgm:t>
        <a:bodyPr/>
        <a:lstStyle/>
        <a:p>
          <a:endParaRPr lang="en-US"/>
        </a:p>
      </dgm:t>
    </dgm:pt>
    <dgm:pt modelId="{12B9166B-506E-455A-8019-82A4F82A4C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b="1" u="sng" dirty="0"/>
            <a:t>Objectif</a:t>
          </a:r>
          <a:r>
            <a:rPr lang="fr-FR" sz="1600" dirty="0"/>
            <a:t> : maximiser une récompense en apprenant la meilleure action dans chaque situation</a:t>
          </a:r>
          <a:r>
            <a:rPr lang="fr-FR" sz="1100" dirty="0"/>
            <a:t>.</a:t>
          </a:r>
          <a:endParaRPr lang="en-US" sz="1100" dirty="0"/>
        </a:p>
      </dgm:t>
    </dgm:pt>
    <dgm:pt modelId="{61B2ED78-E103-4DB6-B25C-66CA96A1EE85}" type="parTrans" cxnId="{733338EF-246E-4F83-851A-15A1D24CA8B6}">
      <dgm:prSet/>
      <dgm:spPr/>
      <dgm:t>
        <a:bodyPr/>
        <a:lstStyle/>
        <a:p>
          <a:endParaRPr lang="en-US"/>
        </a:p>
      </dgm:t>
    </dgm:pt>
    <dgm:pt modelId="{1E9889FB-4412-452A-9C07-1613A8181D68}" type="sibTrans" cxnId="{733338EF-246E-4F83-851A-15A1D24CA8B6}">
      <dgm:prSet/>
      <dgm:spPr/>
      <dgm:t>
        <a:bodyPr/>
        <a:lstStyle/>
        <a:p>
          <a:endParaRPr lang="en-US"/>
        </a:p>
      </dgm:t>
    </dgm:pt>
    <dgm:pt modelId="{26DB0B41-2FD0-4B06-9671-8FE106AB90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dirty="0"/>
            <a:t>Mise à jour à chaque action.</a:t>
          </a:r>
          <a:endParaRPr lang="en-US" sz="1600" dirty="0"/>
        </a:p>
      </dgm:t>
    </dgm:pt>
    <dgm:pt modelId="{8B153CC3-8255-443D-BD15-B29DEBD89317}" type="parTrans" cxnId="{1355491E-E54D-42D6-B377-2FE284D6001C}">
      <dgm:prSet/>
      <dgm:spPr/>
      <dgm:t>
        <a:bodyPr/>
        <a:lstStyle/>
        <a:p>
          <a:endParaRPr lang="en-US"/>
        </a:p>
      </dgm:t>
    </dgm:pt>
    <dgm:pt modelId="{A6965CAD-7C17-415D-BBD4-3C5BF09D5876}" type="sibTrans" cxnId="{1355491E-E54D-42D6-B377-2FE284D6001C}">
      <dgm:prSet/>
      <dgm:spPr/>
      <dgm:t>
        <a:bodyPr/>
        <a:lstStyle/>
        <a:p>
          <a:endParaRPr lang="en-US"/>
        </a:p>
      </dgm:t>
    </dgm:pt>
    <dgm:pt modelId="{388EFA4C-09B4-4ADA-85BD-B58ABD0544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b="1" u="sng" dirty="0"/>
            <a:t>Exemples</a:t>
          </a:r>
          <a:r>
            <a:rPr lang="fr-FR" sz="1600" dirty="0"/>
            <a:t> : jeux Atari, Super Mario.</a:t>
          </a:r>
          <a:endParaRPr lang="en-US" sz="1600" dirty="0"/>
        </a:p>
      </dgm:t>
    </dgm:pt>
    <dgm:pt modelId="{D3C0D5B2-7115-4BB8-AEDF-C961CB814987}" type="parTrans" cxnId="{2845A74D-414F-4855-84FA-3BF5492137EC}">
      <dgm:prSet/>
      <dgm:spPr/>
      <dgm:t>
        <a:bodyPr/>
        <a:lstStyle/>
        <a:p>
          <a:endParaRPr lang="en-US"/>
        </a:p>
      </dgm:t>
    </dgm:pt>
    <dgm:pt modelId="{85E92F26-B409-42D4-9A77-E37CFEDDACB6}" type="sibTrans" cxnId="{2845A74D-414F-4855-84FA-3BF5492137EC}">
      <dgm:prSet/>
      <dgm:spPr/>
      <dgm:t>
        <a:bodyPr/>
        <a:lstStyle/>
        <a:p>
          <a:endParaRPr lang="en-US"/>
        </a:p>
      </dgm:t>
    </dgm:pt>
    <dgm:pt modelId="{4459AE70-58F0-400F-868E-2282414DDBC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1600" dirty="0"/>
            <a:t>Lien (très pédagogique, technique toutefois, durée 40 min) : </a:t>
          </a:r>
          <a:r>
            <a:rPr lang="fr-FR" sz="1600" dirty="0">
              <a:hlinkClick xmlns:r="http://schemas.openxmlformats.org/officeDocument/2006/relationships" r:id="rId1"/>
            </a:rPr>
            <a:t>https://www.youtube.com/watch?v=U9nkd2jt3b8</a:t>
          </a:r>
          <a:endParaRPr lang="en-US" sz="1600" dirty="0"/>
        </a:p>
      </dgm:t>
    </dgm:pt>
    <dgm:pt modelId="{6471D261-A002-4096-8B9A-82C148202C5B}" type="parTrans" cxnId="{D45B1F07-60B3-4270-9B71-13C028EC6C3E}">
      <dgm:prSet/>
      <dgm:spPr/>
      <dgm:t>
        <a:bodyPr/>
        <a:lstStyle/>
        <a:p>
          <a:endParaRPr lang="en-US"/>
        </a:p>
      </dgm:t>
    </dgm:pt>
    <dgm:pt modelId="{1844D839-9225-4B5C-A46C-A752AA3DDE03}" type="sibTrans" cxnId="{D45B1F07-60B3-4270-9B71-13C028EC6C3E}">
      <dgm:prSet/>
      <dgm:spPr/>
      <dgm:t>
        <a:bodyPr/>
        <a:lstStyle/>
        <a:p>
          <a:endParaRPr lang="en-US"/>
        </a:p>
      </dgm:t>
    </dgm:pt>
    <dgm:pt modelId="{CC2E43F3-8E86-4E5F-A251-A6F4836715F7}" type="pres">
      <dgm:prSet presAssocID="{00017DB1-EBED-4A44-9AE7-D783B7D3671E}" presName="root" presStyleCnt="0">
        <dgm:presLayoutVars>
          <dgm:dir/>
          <dgm:resizeHandles val="exact"/>
        </dgm:presLayoutVars>
      </dgm:prSet>
      <dgm:spPr/>
    </dgm:pt>
    <dgm:pt modelId="{1A1A8A19-E49A-4F50-9533-46B39B26E3B6}" type="pres">
      <dgm:prSet presAssocID="{02C460ED-448F-4D9E-9B08-27621E0342B9}" presName="compNode" presStyleCnt="0"/>
      <dgm:spPr/>
    </dgm:pt>
    <dgm:pt modelId="{A46F5330-5E03-45F5-B1ED-A4DE55562EB2}" type="pres">
      <dgm:prSet presAssocID="{02C460ED-448F-4D9E-9B08-27621E0342B9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D7D2889-CB62-4B72-B4F3-2C3908EC5A71}" type="pres">
      <dgm:prSet presAssocID="{02C460ED-448F-4D9E-9B08-27621E0342B9}" presName="spaceRect" presStyleCnt="0"/>
      <dgm:spPr/>
    </dgm:pt>
    <dgm:pt modelId="{720786C3-D6D6-4586-AFBD-1D7AFACC7001}" type="pres">
      <dgm:prSet presAssocID="{02C460ED-448F-4D9E-9B08-27621E0342B9}" presName="textRect" presStyleLbl="revTx" presStyleIdx="0" presStyleCnt="5" custScaleX="133416" custScaleY="164292">
        <dgm:presLayoutVars>
          <dgm:chMax val="1"/>
          <dgm:chPref val="1"/>
        </dgm:presLayoutVars>
      </dgm:prSet>
      <dgm:spPr/>
    </dgm:pt>
    <dgm:pt modelId="{9D739C84-EB21-4619-91A2-86EE982780F1}" type="pres">
      <dgm:prSet presAssocID="{23FBE4A7-FC41-4D85-8073-7E3FF524BFEE}" presName="sibTrans" presStyleCnt="0"/>
      <dgm:spPr/>
    </dgm:pt>
    <dgm:pt modelId="{5300676F-7239-4A41-AF8B-39113BA17A28}" type="pres">
      <dgm:prSet presAssocID="{12B9166B-506E-455A-8019-82A4F82A4C05}" presName="compNode" presStyleCnt="0"/>
      <dgm:spPr/>
    </dgm:pt>
    <dgm:pt modelId="{4DFFCF97-D4A4-42C9-9148-BE672AFCBA2B}" type="pres">
      <dgm:prSet presAssocID="{12B9166B-506E-455A-8019-82A4F82A4C05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lle"/>
        </a:ext>
      </dgm:extLst>
    </dgm:pt>
    <dgm:pt modelId="{97E6B9C4-3754-4536-B6D7-BED6751E0B56}" type="pres">
      <dgm:prSet presAssocID="{12B9166B-506E-455A-8019-82A4F82A4C05}" presName="spaceRect" presStyleCnt="0"/>
      <dgm:spPr/>
    </dgm:pt>
    <dgm:pt modelId="{584F9322-828E-4817-946D-BC73D0F30BE1}" type="pres">
      <dgm:prSet presAssocID="{12B9166B-506E-455A-8019-82A4F82A4C05}" presName="textRect" presStyleLbl="revTx" presStyleIdx="1" presStyleCnt="5" custScaleX="106862" custScaleY="165602">
        <dgm:presLayoutVars>
          <dgm:chMax val="1"/>
          <dgm:chPref val="1"/>
        </dgm:presLayoutVars>
      </dgm:prSet>
      <dgm:spPr/>
    </dgm:pt>
    <dgm:pt modelId="{783042F2-DF40-4921-9A11-C46C7451E233}" type="pres">
      <dgm:prSet presAssocID="{1E9889FB-4412-452A-9C07-1613A8181D68}" presName="sibTrans" presStyleCnt="0"/>
      <dgm:spPr/>
    </dgm:pt>
    <dgm:pt modelId="{D8451148-14DF-4D26-9A78-2DFD6468AFA3}" type="pres">
      <dgm:prSet presAssocID="{26DB0B41-2FD0-4B06-9671-8FE106AB9081}" presName="compNode" presStyleCnt="0"/>
      <dgm:spPr/>
    </dgm:pt>
    <dgm:pt modelId="{13B95DF6-F42F-46DC-B1EB-4DC4A3FFB550}" type="pres">
      <dgm:prSet presAssocID="{26DB0B41-2FD0-4B06-9671-8FE106AB9081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E67FA2AC-DB13-4E4B-9EEC-724E1549977E}" type="pres">
      <dgm:prSet presAssocID="{26DB0B41-2FD0-4B06-9671-8FE106AB9081}" presName="spaceRect" presStyleCnt="0"/>
      <dgm:spPr/>
    </dgm:pt>
    <dgm:pt modelId="{95A5A9F0-298D-4177-8FCC-FA228FD5D2C1}" type="pres">
      <dgm:prSet presAssocID="{26DB0B41-2FD0-4B06-9671-8FE106AB9081}" presName="textRect" presStyleLbl="revTx" presStyleIdx="2" presStyleCnt="5" custScaleX="142939" custScaleY="152884">
        <dgm:presLayoutVars>
          <dgm:chMax val="1"/>
          <dgm:chPref val="1"/>
        </dgm:presLayoutVars>
      </dgm:prSet>
      <dgm:spPr/>
    </dgm:pt>
    <dgm:pt modelId="{08750AB5-D752-4B23-BA9C-731819AA445B}" type="pres">
      <dgm:prSet presAssocID="{A6965CAD-7C17-415D-BBD4-3C5BF09D5876}" presName="sibTrans" presStyleCnt="0"/>
      <dgm:spPr/>
    </dgm:pt>
    <dgm:pt modelId="{B07699FF-EBAC-4550-971D-A0EDA0A36E49}" type="pres">
      <dgm:prSet presAssocID="{388EFA4C-09B4-4ADA-85BD-B58ABD0544C0}" presName="compNode" presStyleCnt="0"/>
      <dgm:spPr/>
    </dgm:pt>
    <dgm:pt modelId="{1131201B-5D69-4874-A20D-D2B6D7B5A7BF}" type="pres">
      <dgm:prSet presAssocID="{388EFA4C-09B4-4ADA-85BD-B58ABD0544C0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BFD10D5E-9DC0-4F73-8A8B-B6BEE8FC481C}" type="pres">
      <dgm:prSet presAssocID="{388EFA4C-09B4-4ADA-85BD-B58ABD0544C0}" presName="spaceRect" presStyleCnt="0"/>
      <dgm:spPr/>
    </dgm:pt>
    <dgm:pt modelId="{A5A69CE4-D627-4306-9A49-E1BFEA88114B}" type="pres">
      <dgm:prSet presAssocID="{388EFA4C-09B4-4ADA-85BD-B58ABD0544C0}" presName="textRect" presStyleLbl="revTx" presStyleIdx="3" presStyleCnt="5" custScaleX="174038" custScaleY="164193">
        <dgm:presLayoutVars>
          <dgm:chMax val="1"/>
          <dgm:chPref val="1"/>
        </dgm:presLayoutVars>
      </dgm:prSet>
      <dgm:spPr/>
    </dgm:pt>
    <dgm:pt modelId="{D21A0242-02A6-41F2-906F-E4C34739EBD8}" type="pres">
      <dgm:prSet presAssocID="{85E92F26-B409-42D4-9A77-E37CFEDDACB6}" presName="sibTrans" presStyleCnt="0"/>
      <dgm:spPr/>
    </dgm:pt>
    <dgm:pt modelId="{DBD768B1-A572-4E8E-929F-9BBC49E745E2}" type="pres">
      <dgm:prSet presAssocID="{4459AE70-58F0-400F-868E-2282414DDBC9}" presName="compNode" presStyleCnt="0"/>
      <dgm:spPr/>
    </dgm:pt>
    <dgm:pt modelId="{12A6F1F1-AE28-466D-94E4-907734906238}" type="pres">
      <dgm:prSet presAssocID="{4459AE70-58F0-400F-868E-2282414DDBC9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en"/>
        </a:ext>
      </dgm:extLst>
    </dgm:pt>
    <dgm:pt modelId="{3BC8E637-945A-4FC4-AF96-49826EB32ACE}" type="pres">
      <dgm:prSet presAssocID="{4459AE70-58F0-400F-868E-2282414DDBC9}" presName="spaceRect" presStyleCnt="0"/>
      <dgm:spPr/>
    </dgm:pt>
    <dgm:pt modelId="{9812CE47-621B-400B-B28D-A11FF469D6D7}" type="pres">
      <dgm:prSet presAssocID="{4459AE70-58F0-400F-868E-2282414DDBC9}" presName="textRect" presStyleLbl="revTx" presStyleIdx="4" presStyleCnt="5" custScaleX="282137" custScaleY="166432">
        <dgm:presLayoutVars>
          <dgm:chMax val="1"/>
          <dgm:chPref val="1"/>
        </dgm:presLayoutVars>
      </dgm:prSet>
      <dgm:spPr/>
    </dgm:pt>
  </dgm:ptLst>
  <dgm:cxnLst>
    <dgm:cxn modelId="{2A997300-117F-4F30-8FC6-155F258D633C}" type="presOf" srcId="{12B9166B-506E-455A-8019-82A4F82A4C05}" destId="{584F9322-828E-4817-946D-BC73D0F30BE1}" srcOrd="0" destOrd="0" presId="urn:microsoft.com/office/officeart/2018/2/layout/IconLabelList"/>
    <dgm:cxn modelId="{D45B1F07-60B3-4270-9B71-13C028EC6C3E}" srcId="{00017DB1-EBED-4A44-9AE7-D783B7D3671E}" destId="{4459AE70-58F0-400F-868E-2282414DDBC9}" srcOrd="4" destOrd="0" parTransId="{6471D261-A002-4096-8B9A-82C148202C5B}" sibTransId="{1844D839-9225-4B5C-A46C-A752AA3DDE03}"/>
    <dgm:cxn modelId="{2513941B-DB5F-4620-811B-DC5CEC6970CA}" type="presOf" srcId="{02C460ED-448F-4D9E-9B08-27621E0342B9}" destId="{720786C3-D6D6-4586-AFBD-1D7AFACC7001}" srcOrd="0" destOrd="0" presId="urn:microsoft.com/office/officeart/2018/2/layout/IconLabelList"/>
    <dgm:cxn modelId="{1355491E-E54D-42D6-B377-2FE284D6001C}" srcId="{00017DB1-EBED-4A44-9AE7-D783B7D3671E}" destId="{26DB0B41-2FD0-4B06-9671-8FE106AB9081}" srcOrd="2" destOrd="0" parTransId="{8B153CC3-8255-443D-BD15-B29DEBD89317}" sibTransId="{A6965CAD-7C17-415D-BBD4-3C5BF09D5876}"/>
    <dgm:cxn modelId="{E5908125-5464-4C50-82A0-2E3AAE3346EA}" type="presOf" srcId="{00017DB1-EBED-4A44-9AE7-D783B7D3671E}" destId="{CC2E43F3-8E86-4E5F-A251-A6F4836715F7}" srcOrd="0" destOrd="0" presId="urn:microsoft.com/office/officeart/2018/2/layout/IconLabelList"/>
    <dgm:cxn modelId="{8B40333D-08B8-48ED-B5EE-7C37D4F0C8BF}" type="presOf" srcId="{388EFA4C-09B4-4ADA-85BD-B58ABD0544C0}" destId="{A5A69CE4-D627-4306-9A49-E1BFEA88114B}" srcOrd="0" destOrd="0" presId="urn:microsoft.com/office/officeart/2018/2/layout/IconLabelList"/>
    <dgm:cxn modelId="{2845A74D-414F-4855-84FA-3BF5492137EC}" srcId="{00017DB1-EBED-4A44-9AE7-D783B7D3671E}" destId="{388EFA4C-09B4-4ADA-85BD-B58ABD0544C0}" srcOrd="3" destOrd="0" parTransId="{D3C0D5B2-7115-4BB8-AEDF-C961CB814987}" sibTransId="{85E92F26-B409-42D4-9A77-E37CFEDDACB6}"/>
    <dgm:cxn modelId="{357C17AA-BC93-41C0-A7AD-E4447F60B793}" type="presOf" srcId="{26DB0B41-2FD0-4B06-9671-8FE106AB9081}" destId="{95A5A9F0-298D-4177-8FCC-FA228FD5D2C1}" srcOrd="0" destOrd="0" presId="urn:microsoft.com/office/officeart/2018/2/layout/IconLabelList"/>
    <dgm:cxn modelId="{40C3A7CF-EB14-4DD3-A53D-6286AA798990}" type="presOf" srcId="{4459AE70-58F0-400F-868E-2282414DDBC9}" destId="{9812CE47-621B-400B-B28D-A11FF469D6D7}" srcOrd="0" destOrd="0" presId="urn:microsoft.com/office/officeart/2018/2/layout/IconLabelList"/>
    <dgm:cxn modelId="{733338EF-246E-4F83-851A-15A1D24CA8B6}" srcId="{00017DB1-EBED-4A44-9AE7-D783B7D3671E}" destId="{12B9166B-506E-455A-8019-82A4F82A4C05}" srcOrd="1" destOrd="0" parTransId="{61B2ED78-E103-4DB6-B25C-66CA96A1EE85}" sibTransId="{1E9889FB-4412-452A-9C07-1613A8181D68}"/>
    <dgm:cxn modelId="{9D893CF3-1F3C-4AF3-B99D-A1B8B75B7CBC}" srcId="{00017DB1-EBED-4A44-9AE7-D783B7D3671E}" destId="{02C460ED-448F-4D9E-9B08-27621E0342B9}" srcOrd="0" destOrd="0" parTransId="{EC294799-3187-4DF9-A838-3E4D14DF8F0F}" sibTransId="{23FBE4A7-FC41-4D85-8073-7E3FF524BFEE}"/>
    <dgm:cxn modelId="{5E4404FF-D988-437E-AD75-A80D622413DD}" type="presParOf" srcId="{CC2E43F3-8E86-4E5F-A251-A6F4836715F7}" destId="{1A1A8A19-E49A-4F50-9533-46B39B26E3B6}" srcOrd="0" destOrd="0" presId="urn:microsoft.com/office/officeart/2018/2/layout/IconLabelList"/>
    <dgm:cxn modelId="{C2CD569E-0CF6-4375-8112-C2F64C395C8A}" type="presParOf" srcId="{1A1A8A19-E49A-4F50-9533-46B39B26E3B6}" destId="{A46F5330-5E03-45F5-B1ED-A4DE55562EB2}" srcOrd="0" destOrd="0" presId="urn:microsoft.com/office/officeart/2018/2/layout/IconLabelList"/>
    <dgm:cxn modelId="{CE69CCAD-76A5-44DC-B783-40111850D9E3}" type="presParOf" srcId="{1A1A8A19-E49A-4F50-9533-46B39B26E3B6}" destId="{FD7D2889-CB62-4B72-B4F3-2C3908EC5A71}" srcOrd="1" destOrd="0" presId="urn:microsoft.com/office/officeart/2018/2/layout/IconLabelList"/>
    <dgm:cxn modelId="{DB08883A-3F18-4469-8442-206B03CEE141}" type="presParOf" srcId="{1A1A8A19-E49A-4F50-9533-46B39B26E3B6}" destId="{720786C3-D6D6-4586-AFBD-1D7AFACC7001}" srcOrd="2" destOrd="0" presId="urn:microsoft.com/office/officeart/2018/2/layout/IconLabelList"/>
    <dgm:cxn modelId="{189EE2DC-A306-4D0B-9640-857EF63A9F67}" type="presParOf" srcId="{CC2E43F3-8E86-4E5F-A251-A6F4836715F7}" destId="{9D739C84-EB21-4619-91A2-86EE982780F1}" srcOrd="1" destOrd="0" presId="urn:microsoft.com/office/officeart/2018/2/layout/IconLabelList"/>
    <dgm:cxn modelId="{7942B684-5A87-42D3-9576-83E3B4E5DDFD}" type="presParOf" srcId="{CC2E43F3-8E86-4E5F-A251-A6F4836715F7}" destId="{5300676F-7239-4A41-AF8B-39113BA17A28}" srcOrd="2" destOrd="0" presId="urn:microsoft.com/office/officeart/2018/2/layout/IconLabelList"/>
    <dgm:cxn modelId="{7A163ED5-FA34-4423-BEAB-8A246F1DBC4D}" type="presParOf" srcId="{5300676F-7239-4A41-AF8B-39113BA17A28}" destId="{4DFFCF97-D4A4-42C9-9148-BE672AFCBA2B}" srcOrd="0" destOrd="0" presId="urn:microsoft.com/office/officeart/2018/2/layout/IconLabelList"/>
    <dgm:cxn modelId="{65B26F93-35CF-4AA8-A95F-BA4E7DBA7622}" type="presParOf" srcId="{5300676F-7239-4A41-AF8B-39113BA17A28}" destId="{97E6B9C4-3754-4536-B6D7-BED6751E0B56}" srcOrd="1" destOrd="0" presId="urn:microsoft.com/office/officeart/2018/2/layout/IconLabelList"/>
    <dgm:cxn modelId="{AEC19126-44FD-45F4-9C85-B388FA0B4C75}" type="presParOf" srcId="{5300676F-7239-4A41-AF8B-39113BA17A28}" destId="{584F9322-828E-4817-946D-BC73D0F30BE1}" srcOrd="2" destOrd="0" presId="urn:microsoft.com/office/officeart/2018/2/layout/IconLabelList"/>
    <dgm:cxn modelId="{0639E194-8E7E-49C8-8E1C-57734C4F8DE4}" type="presParOf" srcId="{CC2E43F3-8E86-4E5F-A251-A6F4836715F7}" destId="{783042F2-DF40-4921-9A11-C46C7451E233}" srcOrd="3" destOrd="0" presId="urn:microsoft.com/office/officeart/2018/2/layout/IconLabelList"/>
    <dgm:cxn modelId="{3CA705C0-E828-4300-9756-6B08F35E3A98}" type="presParOf" srcId="{CC2E43F3-8E86-4E5F-A251-A6F4836715F7}" destId="{D8451148-14DF-4D26-9A78-2DFD6468AFA3}" srcOrd="4" destOrd="0" presId="urn:microsoft.com/office/officeart/2018/2/layout/IconLabelList"/>
    <dgm:cxn modelId="{0E920863-C692-4517-8AA3-A68F3C088FD0}" type="presParOf" srcId="{D8451148-14DF-4D26-9A78-2DFD6468AFA3}" destId="{13B95DF6-F42F-46DC-B1EB-4DC4A3FFB550}" srcOrd="0" destOrd="0" presId="urn:microsoft.com/office/officeart/2018/2/layout/IconLabelList"/>
    <dgm:cxn modelId="{306DAA67-1613-41D2-9683-9AD4474A298B}" type="presParOf" srcId="{D8451148-14DF-4D26-9A78-2DFD6468AFA3}" destId="{E67FA2AC-DB13-4E4B-9EEC-724E1549977E}" srcOrd="1" destOrd="0" presId="urn:microsoft.com/office/officeart/2018/2/layout/IconLabelList"/>
    <dgm:cxn modelId="{41C128EA-5BB9-4506-819C-B2F459778952}" type="presParOf" srcId="{D8451148-14DF-4D26-9A78-2DFD6468AFA3}" destId="{95A5A9F0-298D-4177-8FCC-FA228FD5D2C1}" srcOrd="2" destOrd="0" presId="urn:microsoft.com/office/officeart/2018/2/layout/IconLabelList"/>
    <dgm:cxn modelId="{CED41223-B17A-4B4E-9922-8FA2EC1ACCD4}" type="presParOf" srcId="{CC2E43F3-8E86-4E5F-A251-A6F4836715F7}" destId="{08750AB5-D752-4B23-BA9C-731819AA445B}" srcOrd="5" destOrd="0" presId="urn:microsoft.com/office/officeart/2018/2/layout/IconLabelList"/>
    <dgm:cxn modelId="{0C98F032-81AB-46E2-9CEA-8ADADC754882}" type="presParOf" srcId="{CC2E43F3-8E86-4E5F-A251-A6F4836715F7}" destId="{B07699FF-EBAC-4550-971D-A0EDA0A36E49}" srcOrd="6" destOrd="0" presId="urn:microsoft.com/office/officeart/2018/2/layout/IconLabelList"/>
    <dgm:cxn modelId="{4BD7617D-877F-4116-BB81-B3B7485DD972}" type="presParOf" srcId="{B07699FF-EBAC-4550-971D-A0EDA0A36E49}" destId="{1131201B-5D69-4874-A20D-D2B6D7B5A7BF}" srcOrd="0" destOrd="0" presId="urn:microsoft.com/office/officeart/2018/2/layout/IconLabelList"/>
    <dgm:cxn modelId="{3F2A0E16-E5B5-4F26-8E31-6E05A869A68F}" type="presParOf" srcId="{B07699FF-EBAC-4550-971D-A0EDA0A36E49}" destId="{BFD10D5E-9DC0-4F73-8A8B-B6BEE8FC481C}" srcOrd="1" destOrd="0" presId="urn:microsoft.com/office/officeart/2018/2/layout/IconLabelList"/>
    <dgm:cxn modelId="{9BA0C439-708B-41BB-A237-1B275E547EEA}" type="presParOf" srcId="{B07699FF-EBAC-4550-971D-A0EDA0A36E49}" destId="{A5A69CE4-D627-4306-9A49-E1BFEA88114B}" srcOrd="2" destOrd="0" presId="urn:microsoft.com/office/officeart/2018/2/layout/IconLabelList"/>
    <dgm:cxn modelId="{10A34553-EB8E-44B2-B299-4144FA39ED32}" type="presParOf" srcId="{CC2E43F3-8E86-4E5F-A251-A6F4836715F7}" destId="{D21A0242-02A6-41F2-906F-E4C34739EBD8}" srcOrd="7" destOrd="0" presId="urn:microsoft.com/office/officeart/2018/2/layout/IconLabelList"/>
    <dgm:cxn modelId="{0380882C-54F6-4055-AFD6-F0593E44CA6A}" type="presParOf" srcId="{CC2E43F3-8E86-4E5F-A251-A6F4836715F7}" destId="{DBD768B1-A572-4E8E-929F-9BBC49E745E2}" srcOrd="8" destOrd="0" presId="urn:microsoft.com/office/officeart/2018/2/layout/IconLabelList"/>
    <dgm:cxn modelId="{3E6E51D5-7FC5-42D8-8A96-C9CCA919FB5B}" type="presParOf" srcId="{DBD768B1-A572-4E8E-929F-9BBC49E745E2}" destId="{12A6F1F1-AE28-466D-94E4-907734906238}" srcOrd="0" destOrd="0" presId="urn:microsoft.com/office/officeart/2018/2/layout/IconLabelList"/>
    <dgm:cxn modelId="{E57B1068-3575-4481-BC7E-C3B2AEBFE984}" type="presParOf" srcId="{DBD768B1-A572-4E8E-929F-9BBC49E745E2}" destId="{3BC8E637-945A-4FC4-AF96-49826EB32ACE}" srcOrd="1" destOrd="0" presId="urn:microsoft.com/office/officeart/2018/2/layout/IconLabelList"/>
    <dgm:cxn modelId="{681D97ED-49A5-4C9F-90EF-88CE0E1F1771}" type="presParOf" srcId="{DBD768B1-A572-4E8E-929F-9BBC49E745E2}" destId="{9812CE47-621B-400B-B28D-A11FF469D6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F40144-30D1-4B19-AEFB-F032C699FD3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61F338-00FE-46B1-8C21-EEA68E82B7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Génère du contenu automatiquement </a:t>
          </a:r>
          <a:r>
            <a:rPr lang="en-US"/>
            <a:t>: mondes, dialogues, quêtes...</a:t>
          </a:r>
        </a:p>
      </dgm:t>
    </dgm:pt>
    <dgm:pt modelId="{D3F6AA6D-B645-484E-AEEC-03B00EE1C228}" type="parTrans" cxnId="{64D0913B-E0A0-4A4B-BF95-956C4FF180AF}">
      <dgm:prSet/>
      <dgm:spPr/>
      <dgm:t>
        <a:bodyPr/>
        <a:lstStyle/>
        <a:p>
          <a:endParaRPr lang="en-US"/>
        </a:p>
      </dgm:t>
    </dgm:pt>
    <dgm:pt modelId="{2CDEF26C-2717-4CC1-847F-4D04254A5D59}" type="sibTrans" cxnId="{64D0913B-E0A0-4A4B-BF95-956C4FF180AF}">
      <dgm:prSet/>
      <dgm:spPr/>
      <dgm:t>
        <a:bodyPr/>
        <a:lstStyle/>
        <a:p>
          <a:endParaRPr lang="en-US"/>
        </a:p>
      </dgm:t>
    </dgm:pt>
    <dgm:pt modelId="{0B706939-39A6-4C65-AA5A-CBDAEAC23E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Types</a:t>
          </a:r>
          <a:r>
            <a:rPr lang="en-US"/>
            <a:t> : génération procédurale</a:t>
          </a:r>
          <a:r>
            <a:rPr lang="fr-FR"/>
            <a:t> (Perlin)</a:t>
          </a:r>
          <a:r>
            <a:rPr lang="en-US"/>
            <a:t>, GANs, </a:t>
          </a:r>
          <a:r>
            <a:rPr lang="fr-FR"/>
            <a:t>Transformers (GPT)</a:t>
          </a:r>
          <a:r>
            <a:rPr lang="en-US"/>
            <a:t>.</a:t>
          </a:r>
        </a:p>
      </dgm:t>
    </dgm:pt>
    <dgm:pt modelId="{C3C03340-5F4F-4E66-A32C-386C20CC8FFE}" type="parTrans" cxnId="{4A566D3F-3C61-4DBB-B0BA-1D891EFD4188}">
      <dgm:prSet/>
      <dgm:spPr/>
      <dgm:t>
        <a:bodyPr/>
        <a:lstStyle/>
        <a:p>
          <a:endParaRPr lang="en-US"/>
        </a:p>
      </dgm:t>
    </dgm:pt>
    <dgm:pt modelId="{7CA00651-4121-486D-AECE-299E3B96FA6D}" type="sibTrans" cxnId="{4A566D3F-3C61-4DBB-B0BA-1D891EFD4188}">
      <dgm:prSet/>
      <dgm:spPr/>
      <dgm:t>
        <a:bodyPr/>
        <a:lstStyle/>
        <a:p>
          <a:endParaRPr lang="en-US"/>
        </a:p>
      </dgm:t>
    </dgm:pt>
    <dgm:pt modelId="{C7D9DBC7-CCDF-46F9-A109-146C69595239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Permet des expériences de jeu infiniment renouvelées.</a:t>
          </a:r>
          <a:endParaRPr lang="en-US"/>
        </a:p>
      </dgm:t>
    </dgm:pt>
    <dgm:pt modelId="{961A4EBF-E18A-4317-B887-FB1479C6EE07}" type="parTrans" cxnId="{E60FC343-4E7B-447A-97FF-E2C8F5D6DC68}">
      <dgm:prSet/>
      <dgm:spPr/>
      <dgm:t>
        <a:bodyPr/>
        <a:lstStyle/>
        <a:p>
          <a:endParaRPr lang="en-US"/>
        </a:p>
      </dgm:t>
    </dgm:pt>
    <dgm:pt modelId="{347BA76A-8D53-4DD0-A239-AE044FC4EECA}" type="sibTrans" cxnId="{E60FC343-4E7B-447A-97FF-E2C8F5D6DC68}">
      <dgm:prSet/>
      <dgm:spPr/>
      <dgm:t>
        <a:bodyPr/>
        <a:lstStyle/>
        <a:p>
          <a:endParaRPr lang="en-US"/>
        </a:p>
      </dgm:t>
    </dgm:pt>
    <dgm:pt modelId="{97CA036F-F9C2-4CB5-8C89-20454C106C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u="sng"/>
            <a:t>Exemple</a:t>
          </a:r>
          <a:r>
            <a:rPr lang="fr-FR" b="1" u="sng"/>
            <a:t>s</a:t>
          </a:r>
          <a:r>
            <a:rPr lang="en-US"/>
            <a:t> : AI Dungeon (dialogues)</a:t>
          </a:r>
          <a:r>
            <a:rPr lang="fr-FR"/>
            <a:t>, Diablo 2 (génération de dongeons)</a:t>
          </a:r>
          <a:r>
            <a:rPr lang="en-US"/>
            <a:t>.</a:t>
          </a:r>
        </a:p>
      </dgm:t>
    </dgm:pt>
    <dgm:pt modelId="{6ED93E97-24A4-40A6-A41C-CB1CEF4C1347}" type="parTrans" cxnId="{F80BA17E-C54F-4E39-A7A1-75ABBAE6ED4D}">
      <dgm:prSet/>
      <dgm:spPr/>
      <dgm:t>
        <a:bodyPr/>
        <a:lstStyle/>
        <a:p>
          <a:endParaRPr lang="en-US"/>
        </a:p>
      </dgm:t>
    </dgm:pt>
    <dgm:pt modelId="{27760080-FF21-4028-B22A-141BCF3C930B}" type="sibTrans" cxnId="{F80BA17E-C54F-4E39-A7A1-75ABBAE6ED4D}">
      <dgm:prSet/>
      <dgm:spPr/>
      <dgm:t>
        <a:bodyPr/>
        <a:lstStyle/>
        <a:p>
          <a:endParaRPr lang="en-US"/>
        </a:p>
      </dgm:t>
    </dgm:pt>
    <dgm:pt modelId="{07D7ACD6-C7D6-44B7-8977-474251E0143B}" type="pres">
      <dgm:prSet presAssocID="{ABF40144-30D1-4B19-AEFB-F032C699FD3C}" presName="root" presStyleCnt="0">
        <dgm:presLayoutVars>
          <dgm:dir/>
          <dgm:resizeHandles val="exact"/>
        </dgm:presLayoutVars>
      </dgm:prSet>
      <dgm:spPr/>
    </dgm:pt>
    <dgm:pt modelId="{16739564-897F-4258-A08D-0F7A2126CD2A}" type="pres">
      <dgm:prSet presAssocID="{6961F338-00FE-46B1-8C21-EEA68E82B706}" presName="compNode" presStyleCnt="0"/>
      <dgm:spPr/>
    </dgm:pt>
    <dgm:pt modelId="{6C86FD37-24DC-4031-AB57-328FBF04DED5}" type="pres">
      <dgm:prSet presAssocID="{6961F338-00FE-46B1-8C21-EEA68E82B706}" presName="bgRect" presStyleLbl="bgShp" presStyleIdx="0" presStyleCnt="4"/>
      <dgm:spPr/>
    </dgm:pt>
    <dgm:pt modelId="{54CAB7AD-0E9C-43D0-BE87-6312D94E7343}" type="pres">
      <dgm:prSet presAssocID="{6961F338-00FE-46B1-8C21-EEA68E82B70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us-titres"/>
        </a:ext>
      </dgm:extLst>
    </dgm:pt>
    <dgm:pt modelId="{5E0FC35E-B00A-447C-91E6-4B901AA0749F}" type="pres">
      <dgm:prSet presAssocID="{6961F338-00FE-46B1-8C21-EEA68E82B706}" presName="spaceRect" presStyleCnt="0"/>
      <dgm:spPr/>
    </dgm:pt>
    <dgm:pt modelId="{D7F4049A-6FC4-4F7A-B38F-B5A04CE063C5}" type="pres">
      <dgm:prSet presAssocID="{6961F338-00FE-46B1-8C21-EEA68E82B706}" presName="parTx" presStyleLbl="revTx" presStyleIdx="0" presStyleCnt="4">
        <dgm:presLayoutVars>
          <dgm:chMax val="0"/>
          <dgm:chPref val="0"/>
        </dgm:presLayoutVars>
      </dgm:prSet>
      <dgm:spPr/>
    </dgm:pt>
    <dgm:pt modelId="{DA19C25F-671B-4E61-831F-35640496AD81}" type="pres">
      <dgm:prSet presAssocID="{2CDEF26C-2717-4CC1-847F-4D04254A5D59}" presName="sibTrans" presStyleCnt="0"/>
      <dgm:spPr/>
    </dgm:pt>
    <dgm:pt modelId="{B6F91601-B2A4-4EB0-9770-419D9A0CB684}" type="pres">
      <dgm:prSet presAssocID="{0B706939-39A6-4C65-AA5A-CBDAEAC23ED9}" presName="compNode" presStyleCnt="0"/>
      <dgm:spPr/>
    </dgm:pt>
    <dgm:pt modelId="{7C477232-78C7-462B-B074-D02F0A880207}" type="pres">
      <dgm:prSet presAssocID="{0B706939-39A6-4C65-AA5A-CBDAEAC23ED9}" presName="bgRect" presStyleLbl="bgShp" presStyleIdx="1" presStyleCnt="4"/>
      <dgm:spPr/>
    </dgm:pt>
    <dgm:pt modelId="{178A5683-4F5D-4E18-BD7E-410D1A704411}" type="pres">
      <dgm:prSet presAssocID="{0B706939-39A6-4C65-AA5A-CBDAEAC23ED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7BF0E4E8-4D29-4FA1-B205-9E0E32518533}" type="pres">
      <dgm:prSet presAssocID="{0B706939-39A6-4C65-AA5A-CBDAEAC23ED9}" presName="spaceRect" presStyleCnt="0"/>
      <dgm:spPr/>
    </dgm:pt>
    <dgm:pt modelId="{19F80EBD-C69E-4756-BCF4-6B191C040C21}" type="pres">
      <dgm:prSet presAssocID="{0B706939-39A6-4C65-AA5A-CBDAEAC23ED9}" presName="parTx" presStyleLbl="revTx" presStyleIdx="1" presStyleCnt="4">
        <dgm:presLayoutVars>
          <dgm:chMax val="0"/>
          <dgm:chPref val="0"/>
        </dgm:presLayoutVars>
      </dgm:prSet>
      <dgm:spPr/>
    </dgm:pt>
    <dgm:pt modelId="{525EE255-E086-4098-AFCE-2F929FDD8463}" type="pres">
      <dgm:prSet presAssocID="{7CA00651-4121-486D-AECE-299E3B96FA6D}" presName="sibTrans" presStyleCnt="0"/>
      <dgm:spPr/>
    </dgm:pt>
    <dgm:pt modelId="{6A61609E-3E5B-4112-8B5B-2D8D224AD9D9}" type="pres">
      <dgm:prSet presAssocID="{C7D9DBC7-CCDF-46F9-A109-146C69595239}" presName="compNode" presStyleCnt="0"/>
      <dgm:spPr/>
    </dgm:pt>
    <dgm:pt modelId="{FE333E83-3AFE-4D9A-8E70-09B5C4110590}" type="pres">
      <dgm:prSet presAssocID="{C7D9DBC7-CCDF-46F9-A109-146C69595239}" presName="bgRect" presStyleLbl="bgShp" presStyleIdx="2" presStyleCnt="4"/>
      <dgm:spPr/>
    </dgm:pt>
    <dgm:pt modelId="{30DA4723-E382-4FFE-B86E-AFD43173E346}" type="pres">
      <dgm:prSet presAssocID="{C7D9DBC7-CCDF-46F9-A109-146C6959523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é"/>
        </a:ext>
      </dgm:extLst>
    </dgm:pt>
    <dgm:pt modelId="{B75C7B9C-82DB-4761-B277-91BFC86A3A4C}" type="pres">
      <dgm:prSet presAssocID="{C7D9DBC7-CCDF-46F9-A109-146C69595239}" presName="spaceRect" presStyleCnt="0"/>
      <dgm:spPr/>
    </dgm:pt>
    <dgm:pt modelId="{E8DAD88D-4B7F-488F-BA2C-7D3969D5DA87}" type="pres">
      <dgm:prSet presAssocID="{C7D9DBC7-CCDF-46F9-A109-146C69595239}" presName="parTx" presStyleLbl="revTx" presStyleIdx="2" presStyleCnt="4">
        <dgm:presLayoutVars>
          <dgm:chMax val="0"/>
          <dgm:chPref val="0"/>
        </dgm:presLayoutVars>
      </dgm:prSet>
      <dgm:spPr/>
    </dgm:pt>
    <dgm:pt modelId="{EEC7A537-7866-4846-955F-B516AA43756E}" type="pres">
      <dgm:prSet presAssocID="{347BA76A-8D53-4DD0-A239-AE044FC4EECA}" presName="sibTrans" presStyleCnt="0"/>
      <dgm:spPr/>
    </dgm:pt>
    <dgm:pt modelId="{D356647F-4AB9-452C-B693-F2F205459353}" type="pres">
      <dgm:prSet presAssocID="{97CA036F-F9C2-4CB5-8C89-20454C106C61}" presName="compNode" presStyleCnt="0"/>
      <dgm:spPr/>
    </dgm:pt>
    <dgm:pt modelId="{D7901763-A9F5-42A3-8D37-1E03CB324E7B}" type="pres">
      <dgm:prSet presAssocID="{97CA036F-F9C2-4CB5-8C89-20454C106C61}" presName="bgRect" presStyleLbl="bgShp" presStyleIdx="3" presStyleCnt="4"/>
      <dgm:spPr/>
    </dgm:pt>
    <dgm:pt modelId="{7ACE1930-DA86-4CF0-91DB-6A31F87BBDAD}" type="pres">
      <dgm:prSet presAssocID="{97CA036F-F9C2-4CB5-8C89-20454C106C6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nyon scene"/>
        </a:ext>
      </dgm:extLst>
    </dgm:pt>
    <dgm:pt modelId="{09539400-D6B7-423A-BF97-C4F47C4A1F6C}" type="pres">
      <dgm:prSet presAssocID="{97CA036F-F9C2-4CB5-8C89-20454C106C61}" presName="spaceRect" presStyleCnt="0"/>
      <dgm:spPr/>
    </dgm:pt>
    <dgm:pt modelId="{8D2BF14C-6D68-4C63-87BE-0002274638E7}" type="pres">
      <dgm:prSet presAssocID="{97CA036F-F9C2-4CB5-8C89-20454C106C6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E1AF603-A082-414F-8005-FAF2708E07D9}" type="presOf" srcId="{C7D9DBC7-CCDF-46F9-A109-146C69595239}" destId="{E8DAD88D-4B7F-488F-BA2C-7D3969D5DA87}" srcOrd="0" destOrd="0" presId="urn:microsoft.com/office/officeart/2018/2/layout/IconVerticalSolidList"/>
    <dgm:cxn modelId="{D4245D36-0604-4325-BD80-19E5036D40BB}" type="presOf" srcId="{0B706939-39A6-4C65-AA5A-CBDAEAC23ED9}" destId="{19F80EBD-C69E-4756-BCF4-6B191C040C21}" srcOrd="0" destOrd="0" presId="urn:microsoft.com/office/officeart/2018/2/layout/IconVerticalSolidList"/>
    <dgm:cxn modelId="{64D0913B-E0A0-4A4B-BF95-956C4FF180AF}" srcId="{ABF40144-30D1-4B19-AEFB-F032C699FD3C}" destId="{6961F338-00FE-46B1-8C21-EEA68E82B706}" srcOrd="0" destOrd="0" parTransId="{D3F6AA6D-B645-484E-AEEC-03B00EE1C228}" sibTransId="{2CDEF26C-2717-4CC1-847F-4D04254A5D59}"/>
    <dgm:cxn modelId="{4A566D3F-3C61-4DBB-B0BA-1D891EFD4188}" srcId="{ABF40144-30D1-4B19-AEFB-F032C699FD3C}" destId="{0B706939-39A6-4C65-AA5A-CBDAEAC23ED9}" srcOrd="1" destOrd="0" parTransId="{C3C03340-5F4F-4E66-A32C-386C20CC8FFE}" sibTransId="{7CA00651-4121-486D-AECE-299E3B96FA6D}"/>
    <dgm:cxn modelId="{E60FC343-4E7B-447A-97FF-E2C8F5D6DC68}" srcId="{ABF40144-30D1-4B19-AEFB-F032C699FD3C}" destId="{C7D9DBC7-CCDF-46F9-A109-146C69595239}" srcOrd="2" destOrd="0" parTransId="{961A4EBF-E18A-4317-B887-FB1479C6EE07}" sibTransId="{347BA76A-8D53-4DD0-A239-AE044FC4EECA}"/>
    <dgm:cxn modelId="{F80BA17E-C54F-4E39-A7A1-75ABBAE6ED4D}" srcId="{ABF40144-30D1-4B19-AEFB-F032C699FD3C}" destId="{97CA036F-F9C2-4CB5-8C89-20454C106C61}" srcOrd="3" destOrd="0" parTransId="{6ED93E97-24A4-40A6-A41C-CB1CEF4C1347}" sibTransId="{27760080-FF21-4028-B22A-141BCF3C930B}"/>
    <dgm:cxn modelId="{1845F98C-88F8-4BDF-9D4E-78CDE314D0AE}" type="presOf" srcId="{97CA036F-F9C2-4CB5-8C89-20454C106C61}" destId="{8D2BF14C-6D68-4C63-87BE-0002274638E7}" srcOrd="0" destOrd="0" presId="urn:microsoft.com/office/officeart/2018/2/layout/IconVerticalSolidList"/>
    <dgm:cxn modelId="{7508B4AF-8985-4E53-BECE-909E97D51E7A}" type="presOf" srcId="{6961F338-00FE-46B1-8C21-EEA68E82B706}" destId="{D7F4049A-6FC4-4F7A-B38F-B5A04CE063C5}" srcOrd="0" destOrd="0" presId="urn:microsoft.com/office/officeart/2018/2/layout/IconVerticalSolidList"/>
    <dgm:cxn modelId="{CA7F8FEB-6A81-467D-B4C4-C4AE74C338A2}" type="presOf" srcId="{ABF40144-30D1-4B19-AEFB-F032C699FD3C}" destId="{07D7ACD6-C7D6-44B7-8977-474251E0143B}" srcOrd="0" destOrd="0" presId="urn:microsoft.com/office/officeart/2018/2/layout/IconVerticalSolidList"/>
    <dgm:cxn modelId="{144B22DC-7AE3-418C-A26C-581FA374B54C}" type="presParOf" srcId="{07D7ACD6-C7D6-44B7-8977-474251E0143B}" destId="{16739564-897F-4258-A08D-0F7A2126CD2A}" srcOrd="0" destOrd="0" presId="urn:microsoft.com/office/officeart/2018/2/layout/IconVerticalSolidList"/>
    <dgm:cxn modelId="{7342CAC9-2B30-4BFC-9D38-6B47F9303839}" type="presParOf" srcId="{16739564-897F-4258-A08D-0F7A2126CD2A}" destId="{6C86FD37-24DC-4031-AB57-328FBF04DED5}" srcOrd="0" destOrd="0" presId="urn:microsoft.com/office/officeart/2018/2/layout/IconVerticalSolidList"/>
    <dgm:cxn modelId="{50C158A3-ED59-41D5-95AA-D3AEF7FB9513}" type="presParOf" srcId="{16739564-897F-4258-A08D-0F7A2126CD2A}" destId="{54CAB7AD-0E9C-43D0-BE87-6312D94E7343}" srcOrd="1" destOrd="0" presId="urn:microsoft.com/office/officeart/2018/2/layout/IconVerticalSolidList"/>
    <dgm:cxn modelId="{1BF6B936-BAA5-4FF7-AB68-5596E140865A}" type="presParOf" srcId="{16739564-897F-4258-A08D-0F7A2126CD2A}" destId="{5E0FC35E-B00A-447C-91E6-4B901AA0749F}" srcOrd="2" destOrd="0" presId="urn:microsoft.com/office/officeart/2018/2/layout/IconVerticalSolidList"/>
    <dgm:cxn modelId="{B002305C-AE23-487F-B4E5-48FC706D8487}" type="presParOf" srcId="{16739564-897F-4258-A08D-0F7A2126CD2A}" destId="{D7F4049A-6FC4-4F7A-B38F-B5A04CE063C5}" srcOrd="3" destOrd="0" presId="urn:microsoft.com/office/officeart/2018/2/layout/IconVerticalSolidList"/>
    <dgm:cxn modelId="{E9520389-68A6-4479-AAB6-62D6F3065E07}" type="presParOf" srcId="{07D7ACD6-C7D6-44B7-8977-474251E0143B}" destId="{DA19C25F-671B-4E61-831F-35640496AD81}" srcOrd="1" destOrd="0" presId="urn:microsoft.com/office/officeart/2018/2/layout/IconVerticalSolidList"/>
    <dgm:cxn modelId="{FEAECDA8-5F0E-4387-9195-DBFBC9C0A985}" type="presParOf" srcId="{07D7ACD6-C7D6-44B7-8977-474251E0143B}" destId="{B6F91601-B2A4-4EB0-9770-419D9A0CB684}" srcOrd="2" destOrd="0" presId="urn:microsoft.com/office/officeart/2018/2/layout/IconVerticalSolidList"/>
    <dgm:cxn modelId="{63761B65-6099-4625-913F-1755FA47E369}" type="presParOf" srcId="{B6F91601-B2A4-4EB0-9770-419D9A0CB684}" destId="{7C477232-78C7-462B-B074-D02F0A880207}" srcOrd="0" destOrd="0" presId="urn:microsoft.com/office/officeart/2018/2/layout/IconVerticalSolidList"/>
    <dgm:cxn modelId="{290C70E6-87CA-41B8-884F-8ECDEE00C1C0}" type="presParOf" srcId="{B6F91601-B2A4-4EB0-9770-419D9A0CB684}" destId="{178A5683-4F5D-4E18-BD7E-410D1A704411}" srcOrd="1" destOrd="0" presId="urn:microsoft.com/office/officeart/2018/2/layout/IconVerticalSolidList"/>
    <dgm:cxn modelId="{B1059ACA-CF4F-4099-92DF-E5D4133AB0D4}" type="presParOf" srcId="{B6F91601-B2A4-4EB0-9770-419D9A0CB684}" destId="{7BF0E4E8-4D29-4FA1-B205-9E0E32518533}" srcOrd="2" destOrd="0" presId="urn:microsoft.com/office/officeart/2018/2/layout/IconVerticalSolidList"/>
    <dgm:cxn modelId="{A8F3B664-D001-42D5-9B04-92DFEB70542C}" type="presParOf" srcId="{B6F91601-B2A4-4EB0-9770-419D9A0CB684}" destId="{19F80EBD-C69E-4756-BCF4-6B191C040C21}" srcOrd="3" destOrd="0" presId="urn:microsoft.com/office/officeart/2018/2/layout/IconVerticalSolidList"/>
    <dgm:cxn modelId="{8CF6B1AF-FE8A-4483-A656-371174304C2E}" type="presParOf" srcId="{07D7ACD6-C7D6-44B7-8977-474251E0143B}" destId="{525EE255-E086-4098-AFCE-2F929FDD8463}" srcOrd="3" destOrd="0" presId="urn:microsoft.com/office/officeart/2018/2/layout/IconVerticalSolidList"/>
    <dgm:cxn modelId="{A4A20C08-616D-4221-A35F-3629A9B2F4AB}" type="presParOf" srcId="{07D7ACD6-C7D6-44B7-8977-474251E0143B}" destId="{6A61609E-3E5B-4112-8B5B-2D8D224AD9D9}" srcOrd="4" destOrd="0" presId="urn:microsoft.com/office/officeart/2018/2/layout/IconVerticalSolidList"/>
    <dgm:cxn modelId="{6647FC56-4671-4CA4-AD55-C32884F40D79}" type="presParOf" srcId="{6A61609E-3E5B-4112-8B5B-2D8D224AD9D9}" destId="{FE333E83-3AFE-4D9A-8E70-09B5C4110590}" srcOrd="0" destOrd="0" presId="urn:microsoft.com/office/officeart/2018/2/layout/IconVerticalSolidList"/>
    <dgm:cxn modelId="{96C27157-277C-4BE1-8391-E4004929E305}" type="presParOf" srcId="{6A61609E-3E5B-4112-8B5B-2D8D224AD9D9}" destId="{30DA4723-E382-4FFE-B86E-AFD43173E346}" srcOrd="1" destOrd="0" presId="urn:microsoft.com/office/officeart/2018/2/layout/IconVerticalSolidList"/>
    <dgm:cxn modelId="{FCDCE023-D28A-4B0C-92C6-1FB2AACF227E}" type="presParOf" srcId="{6A61609E-3E5B-4112-8B5B-2D8D224AD9D9}" destId="{B75C7B9C-82DB-4761-B277-91BFC86A3A4C}" srcOrd="2" destOrd="0" presId="urn:microsoft.com/office/officeart/2018/2/layout/IconVerticalSolidList"/>
    <dgm:cxn modelId="{15A8A2A4-7814-4DD5-82C3-F301E96779D6}" type="presParOf" srcId="{6A61609E-3E5B-4112-8B5B-2D8D224AD9D9}" destId="{E8DAD88D-4B7F-488F-BA2C-7D3969D5DA87}" srcOrd="3" destOrd="0" presId="urn:microsoft.com/office/officeart/2018/2/layout/IconVerticalSolidList"/>
    <dgm:cxn modelId="{3011D16E-12F2-4FC9-ADA5-F818B7AA40DC}" type="presParOf" srcId="{07D7ACD6-C7D6-44B7-8977-474251E0143B}" destId="{EEC7A537-7866-4846-955F-B516AA43756E}" srcOrd="5" destOrd="0" presId="urn:microsoft.com/office/officeart/2018/2/layout/IconVerticalSolidList"/>
    <dgm:cxn modelId="{6937AAE0-BA98-46DD-B63D-8CED72D90538}" type="presParOf" srcId="{07D7ACD6-C7D6-44B7-8977-474251E0143B}" destId="{D356647F-4AB9-452C-B693-F2F205459353}" srcOrd="6" destOrd="0" presId="urn:microsoft.com/office/officeart/2018/2/layout/IconVerticalSolidList"/>
    <dgm:cxn modelId="{E15E1D37-28F0-4D34-B44B-8CAA68B9FA3B}" type="presParOf" srcId="{D356647F-4AB9-452C-B693-F2F205459353}" destId="{D7901763-A9F5-42A3-8D37-1E03CB324E7B}" srcOrd="0" destOrd="0" presId="urn:microsoft.com/office/officeart/2018/2/layout/IconVerticalSolidList"/>
    <dgm:cxn modelId="{16CF6E36-82BF-42CE-B681-9AE17C5369E8}" type="presParOf" srcId="{D356647F-4AB9-452C-B693-F2F205459353}" destId="{7ACE1930-DA86-4CF0-91DB-6A31F87BBDAD}" srcOrd="1" destOrd="0" presId="urn:microsoft.com/office/officeart/2018/2/layout/IconVerticalSolidList"/>
    <dgm:cxn modelId="{F8624CBB-AFF8-4104-93CA-42C14F4E9FB0}" type="presParOf" srcId="{D356647F-4AB9-452C-B693-F2F205459353}" destId="{09539400-D6B7-423A-BF97-C4F47C4A1F6C}" srcOrd="2" destOrd="0" presId="urn:microsoft.com/office/officeart/2018/2/layout/IconVerticalSolidList"/>
    <dgm:cxn modelId="{95B1BE6D-5E3F-40FB-A38C-CE58C867410C}" type="presParOf" srcId="{D356647F-4AB9-452C-B693-F2F205459353}" destId="{8D2BF14C-6D68-4C63-87BE-0002274638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88719-97EA-4B43-9D2E-C60E8F13E3D8}">
      <dsp:nvSpPr>
        <dsp:cNvPr id="0" name=""/>
        <dsp:cNvSpPr/>
      </dsp:nvSpPr>
      <dsp:spPr>
        <a:xfrm>
          <a:off x="0" y="34908"/>
          <a:ext cx="5344432" cy="697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IA </a:t>
          </a:r>
          <a:r>
            <a:rPr lang="en-US" sz="1700" kern="1200" dirty="0" err="1"/>
            <a:t>utilisée</a:t>
          </a:r>
          <a:r>
            <a:rPr lang="en-US" sz="1700" kern="1200" dirty="0"/>
            <a:t> pour </a:t>
          </a:r>
          <a:r>
            <a:rPr lang="en-US" sz="1700" b="1" kern="1200" dirty="0"/>
            <a:t>prendre des </a:t>
          </a:r>
          <a:r>
            <a:rPr lang="en-US" sz="1700" b="1" kern="1200" dirty="0" err="1"/>
            <a:t>décisions</a:t>
          </a:r>
          <a:r>
            <a:rPr lang="en-US" sz="1700" b="1" kern="1200" dirty="0"/>
            <a:t> </a:t>
          </a:r>
          <a:r>
            <a:rPr lang="en-US" sz="1700" kern="1200" dirty="0" err="1"/>
            <a:t>en</a:t>
          </a:r>
          <a:r>
            <a:rPr lang="en-US" sz="1700" kern="1200" dirty="0"/>
            <a:t> </a:t>
          </a:r>
          <a:r>
            <a:rPr lang="en-US" sz="1700" b="1" kern="1200" dirty="0"/>
            <a:t>simulant</a:t>
          </a:r>
          <a:r>
            <a:rPr lang="en-US" sz="1700" kern="1200" dirty="0"/>
            <a:t> </a:t>
          </a:r>
          <a:r>
            <a:rPr lang="en-US" sz="1700" kern="1200" dirty="0" err="1"/>
            <a:t>plusieurs</a:t>
          </a:r>
          <a:r>
            <a:rPr lang="en-US" sz="1700" kern="1200" dirty="0"/>
            <a:t> coups possibles.</a:t>
          </a:r>
        </a:p>
      </dsp:txBody>
      <dsp:txXfrm>
        <a:off x="34044" y="68952"/>
        <a:ext cx="5276344" cy="629305"/>
      </dsp:txXfrm>
    </dsp:sp>
    <dsp:sp modelId="{8D73F496-07C4-42F1-85B0-6E716FD37860}">
      <dsp:nvSpPr>
        <dsp:cNvPr id="0" name=""/>
        <dsp:cNvSpPr/>
      </dsp:nvSpPr>
      <dsp:spPr>
        <a:xfrm>
          <a:off x="0" y="781261"/>
          <a:ext cx="5344432" cy="697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u="sng" kern="1200"/>
            <a:t>Étapes</a:t>
          </a:r>
          <a:r>
            <a:rPr lang="en-US" sz="1700" kern="1200"/>
            <a:t> : </a:t>
          </a:r>
          <a:r>
            <a:rPr lang="en-US" sz="1700" i="1" kern="1200"/>
            <a:t>sélection</a:t>
          </a:r>
          <a:r>
            <a:rPr lang="en-US" sz="1700" kern="1200"/>
            <a:t> ➝ </a:t>
          </a:r>
          <a:r>
            <a:rPr lang="en-US" sz="1700" i="1" kern="1200"/>
            <a:t>expansion</a:t>
          </a:r>
          <a:r>
            <a:rPr lang="en-US" sz="1700" kern="1200"/>
            <a:t> ➝ </a:t>
          </a:r>
          <a:r>
            <a:rPr lang="en-US" sz="1700" i="1" kern="1200"/>
            <a:t>simulation</a:t>
          </a:r>
          <a:r>
            <a:rPr lang="en-US" sz="1700" kern="1200"/>
            <a:t> ➝ </a:t>
          </a:r>
          <a:r>
            <a:rPr lang="en-US" sz="1700" i="1" kern="1200"/>
            <a:t>rétro-propagation</a:t>
          </a:r>
          <a:r>
            <a:rPr lang="en-US" sz="1700" kern="1200"/>
            <a:t>.</a:t>
          </a:r>
        </a:p>
      </dsp:txBody>
      <dsp:txXfrm>
        <a:off x="34044" y="815305"/>
        <a:ext cx="5276344" cy="629305"/>
      </dsp:txXfrm>
    </dsp:sp>
    <dsp:sp modelId="{DEE11CBE-8426-47E5-AD22-2F761F13BD2F}">
      <dsp:nvSpPr>
        <dsp:cNvPr id="0" name=""/>
        <dsp:cNvSpPr/>
      </dsp:nvSpPr>
      <dsp:spPr>
        <a:xfrm>
          <a:off x="0" y="1527614"/>
          <a:ext cx="5344432" cy="697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Équilibre</a:t>
          </a:r>
          <a:r>
            <a:rPr lang="en-US" sz="1700" kern="1200" dirty="0"/>
            <a:t> entre </a:t>
          </a:r>
          <a:r>
            <a:rPr lang="en-US" sz="1700" b="1" kern="1200" dirty="0"/>
            <a:t>exploration</a:t>
          </a:r>
          <a:r>
            <a:rPr lang="en-US" sz="1700" kern="1200" dirty="0"/>
            <a:t> et </a:t>
          </a:r>
          <a:r>
            <a:rPr lang="en-US" sz="1700" b="1" kern="1200" dirty="0"/>
            <a:t>exploitation</a:t>
          </a:r>
          <a:r>
            <a:rPr lang="en-US" sz="1700" kern="1200" dirty="0"/>
            <a:t>.</a:t>
          </a:r>
        </a:p>
      </dsp:txBody>
      <dsp:txXfrm>
        <a:off x="34044" y="1561658"/>
        <a:ext cx="5276344" cy="629305"/>
      </dsp:txXfrm>
    </dsp:sp>
    <dsp:sp modelId="{3C3CFF38-2702-4982-8C0A-AB5248F8A60F}">
      <dsp:nvSpPr>
        <dsp:cNvPr id="0" name=""/>
        <dsp:cNvSpPr/>
      </dsp:nvSpPr>
      <dsp:spPr>
        <a:xfrm>
          <a:off x="0" y="2273967"/>
          <a:ext cx="5344432" cy="697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Exemple</a:t>
          </a:r>
          <a:r>
            <a:rPr lang="fr-FR" sz="1700" b="1" kern="1200"/>
            <a:t>s</a:t>
          </a:r>
          <a:r>
            <a:rPr lang="en-US" sz="1700" kern="1200"/>
            <a:t> : AlphaGo (jeu de Go), Civilization VI.</a:t>
          </a:r>
        </a:p>
      </dsp:txBody>
      <dsp:txXfrm>
        <a:off x="34044" y="2308011"/>
        <a:ext cx="5276344" cy="629305"/>
      </dsp:txXfrm>
    </dsp:sp>
    <dsp:sp modelId="{0CADE770-BFE7-4855-827D-B41ED73E2816}">
      <dsp:nvSpPr>
        <dsp:cNvPr id="0" name=""/>
        <dsp:cNvSpPr/>
      </dsp:nvSpPr>
      <dsp:spPr>
        <a:xfrm>
          <a:off x="0" y="3020320"/>
          <a:ext cx="5344432" cy="697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Lien MCTS : </a:t>
          </a:r>
          <a:r>
            <a:rPr lang="fr-FR" sz="1700" kern="1200" dirty="0">
              <a:hlinkClick xmlns:r="http://schemas.openxmlformats.org/officeDocument/2006/relationships" r:id="rId1"/>
            </a:rPr>
            <a:t>https://www.youtube.com/watch?v=cIxLAoKktBY</a:t>
          </a:r>
          <a:endParaRPr lang="en-US" sz="1700" kern="1200" dirty="0"/>
        </a:p>
      </dsp:txBody>
      <dsp:txXfrm>
        <a:off x="34044" y="3054364"/>
        <a:ext cx="5276344" cy="629305"/>
      </dsp:txXfrm>
    </dsp:sp>
    <dsp:sp modelId="{6C23AEF2-5399-484D-8617-ABB38E9D43B8}">
      <dsp:nvSpPr>
        <dsp:cNvPr id="0" name=""/>
        <dsp:cNvSpPr/>
      </dsp:nvSpPr>
      <dsp:spPr>
        <a:xfrm>
          <a:off x="0" y="3766673"/>
          <a:ext cx="5344432" cy="697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Méthode de Monte Carlo (en général) : </a:t>
          </a:r>
          <a:r>
            <a:rPr lang="fr-FR" sz="1700" kern="1200" dirty="0">
              <a:hlinkClick xmlns:r="http://schemas.openxmlformats.org/officeDocument/2006/relationships" r:id="rId2"/>
            </a:rPr>
            <a:t>https://www.youtube.com/watch?v=dt61MfNXEYo</a:t>
          </a:r>
          <a:endParaRPr lang="en-US" sz="1700" kern="1200" dirty="0"/>
        </a:p>
      </dsp:txBody>
      <dsp:txXfrm>
        <a:off x="34044" y="3800717"/>
        <a:ext cx="5276344" cy="629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F5330-5E03-45F5-B1ED-A4DE55562EB2}">
      <dsp:nvSpPr>
        <dsp:cNvPr id="0" name=""/>
        <dsp:cNvSpPr/>
      </dsp:nvSpPr>
      <dsp:spPr>
        <a:xfrm>
          <a:off x="1359956" y="208949"/>
          <a:ext cx="579023" cy="579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0786C3-D6D6-4586-AFBD-1D7AFACC7001}">
      <dsp:nvSpPr>
        <dsp:cNvPr id="0" name=""/>
        <dsp:cNvSpPr/>
      </dsp:nvSpPr>
      <dsp:spPr>
        <a:xfrm>
          <a:off x="791123" y="782745"/>
          <a:ext cx="1716688" cy="1573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IA qui apprend par </a:t>
          </a:r>
          <a:r>
            <a:rPr lang="fr-FR" sz="1600" b="1" kern="1200" dirty="0"/>
            <a:t>essai-erreur</a:t>
          </a:r>
          <a:r>
            <a:rPr lang="fr-FR" sz="1600" kern="1200" dirty="0"/>
            <a:t> avec un </a:t>
          </a:r>
          <a:r>
            <a:rPr lang="fr-FR" sz="1600" b="1" kern="1200" dirty="0"/>
            <a:t>réseau de neurones </a:t>
          </a:r>
          <a:r>
            <a:rPr lang="fr-FR" sz="1600" kern="1200" dirty="0"/>
            <a:t>(</a:t>
          </a:r>
          <a:r>
            <a:rPr lang="fr-FR" sz="1600" i="1" kern="1200" dirty="0"/>
            <a:t>forme</a:t>
          </a:r>
          <a:r>
            <a:rPr lang="fr-FR" sz="1600" kern="1200" dirty="0"/>
            <a:t> </a:t>
          </a:r>
          <a:r>
            <a:rPr lang="fr-FR" sz="1600" b="1" kern="1200" dirty="0"/>
            <a:t>d’apprentissage par renforcement</a:t>
          </a:r>
          <a:r>
            <a:rPr lang="fr-FR" sz="1600" kern="1200" dirty="0"/>
            <a:t>).</a:t>
          </a:r>
          <a:endParaRPr lang="en-US" sz="1600" kern="1200" dirty="0"/>
        </a:p>
      </dsp:txBody>
      <dsp:txXfrm>
        <a:off x="791123" y="782745"/>
        <a:ext cx="1716688" cy="1573714"/>
      </dsp:txXfrm>
    </dsp:sp>
    <dsp:sp modelId="{4DFFCF97-D4A4-42C9-9148-BE672AFCBA2B}">
      <dsp:nvSpPr>
        <dsp:cNvPr id="0" name=""/>
        <dsp:cNvSpPr/>
      </dsp:nvSpPr>
      <dsp:spPr>
        <a:xfrm>
          <a:off x="3130983" y="205812"/>
          <a:ext cx="579023" cy="579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4F9322-828E-4817-946D-BC73D0F30BE1}">
      <dsp:nvSpPr>
        <dsp:cNvPr id="0" name=""/>
        <dsp:cNvSpPr/>
      </dsp:nvSpPr>
      <dsp:spPr>
        <a:xfrm>
          <a:off x="2732988" y="773334"/>
          <a:ext cx="1375013" cy="15862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u="sng" kern="1200" dirty="0"/>
            <a:t>Objectif</a:t>
          </a:r>
          <a:r>
            <a:rPr lang="fr-FR" sz="1600" kern="1200" dirty="0"/>
            <a:t> : maximiser une récompense en apprenant la meilleure action dans chaque situation</a:t>
          </a:r>
          <a:r>
            <a:rPr lang="fr-FR" sz="1100" kern="1200" dirty="0"/>
            <a:t>.</a:t>
          </a:r>
          <a:endParaRPr lang="en-US" sz="1100" kern="1200" dirty="0"/>
        </a:p>
      </dsp:txBody>
      <dsp:txXfrm>
        <a:off x="2732988" y="773334"/>
        <a:ext cx="1375013" cy="1586262"/>
      </dsp:txXfrm>
    </dsp:sp>
    <dsp:sp modelId="{13B95DF6-F42F-46DC-B1EB-4DC4A3FFB550}">
      <dsp:nvSpPr>
        <dsp:cNvPr id="0" name=""/>
        <dsp:cNvSpPr/>
      </dsp:nvSpPr>
      <dsp:spPr>
        <a:xfrm>
          <a:off x="4963277" y="236268"/>
          <a:ext cx="579023" cy="579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5A9F0-298D-4177-8FCC-FA228FD5D2C1}">
      <dsp:nvSpPr>
        <dsp:cNvPr id="0" name=""/>
        <dsp:cNvSpPr/>
      </dsp:nvSpPr>
      <dsp:spPr>
        <a:xfrm>
          <a:off x="4333177" y="864701"/>
          <a:ext cx="1839222" cy="1464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Mise à jour à chaque action.</a:t>
          </a:r>
          <a:endParaRPr lang="en-US" sz="1600" kern="1200" dirty="0"/>
        </a:p>
      </dsp:txBody>
      <dsp:txXfrm>
        <a:off x="4333177" y="864701"/>
        <a:ext cx="1839222" cy="1464440"/>
      </dsp:txXfrm>
    </dsp:sp>
    <dsp:sp modelId="{1131201B-5D69-4874-A20D-D2B6D7B5A7BF}">
      <dsp:nvSpPr>
        <dsp:cNvPr id="0" name=""/>
        <dsp:cNvSpPr/>
      </dsp:nvSpPr>
      <dsp:spPr>
        <a:xfrm>
          <a:off x="1264507" y="2686638"/>
          <a:ext cx="579023" cy="579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69CE4-D627-4306-9A49-E1BFEA88114B}">
      <dsp:nvSpPr>
        <dsp:cNvPr id="0" name=""/>
        <dsp:cNvSpPr/>
      </dsp:nvSpPr>
      <dsp:spPr>
        <a:xfrm>
          <a:off x="434329" y="3260907"/>
          <a:ext cx="2239379" cy="15727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u="sng" kern="1200" dirty="0"/>
            <a:t>Exemples</a:t>
          </a:r>
          <a:r>
            <a:rPr lang="fr-FR" sz="1600" kern="1200" dirty="0"/>
            <a:t> : jeux Atari, Super Mario.</a:t>
          </a:r>
          <a:endParaRPr lang="en-US" sz="1600" kern="1200" dirty="0"/>
        </a:p>
      </dsp:txBody>
      <dsp:txXfrm>
        <a:off x="434329" y="3260907"/>
        <a:ext cx="2239379" cy="1572766"/>
      </dsp:txXfrm>
    </dsp:sp>
    <dsp:sp modelId="{12A6F1F1-AE28-466D-94E4-907734906238}">
      <dsp:nvSpPr>
        <dsp:cNvPr id="0" name=""/>
        <dsp:cNvSpPr/>
      </dsp:nvSpPr>
      <dsp:spPr>
        <a:xfrm>
          <a:off x="4424527" y="2681276"/>
          <a:ext cx="579023" cy="579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2CE47-621B-400B-B28D-A11FF469D6D7}">
      <dsp:nvSpPr>
        <dsp:cNvPr id="0" name=""/>
        <dsp:cNvSpPr/>
      </dsp:nvSpPr>
      <dsp:spPr>
        <a:xfrm>
          <a:off x="2898884" y="3244822"/>
          <a:ext cx="3630309" cy="15942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Lien (très pédagogique, technique toutefois, durée 40 min) : </a:t>
          </a:r>
          <a:r>
            <a:rPr lang="fr-FR" sz="1600" kern="1200" dirty="0">
              <a:hlinkClick xmlns:r="http://schemas.openxmlformats.org/officeDocument/2006/relationships" r:id="rId11"/>
            </a:rPr>
            <a:t>https://www.youtube.com/watch?v=U9nkd2jt3b8</a:t>
          </a:r>
          <a:endParaRPr lang="en-US" sz="1600" kern="1200" dirty="0"/>
        </a:p>
      </dsp:txBody>
      <dsp:txXfrm>
        <a:off x="2898884" y="3244822"/>
        <a:ext cx="3630309" cy="15942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6FD37-24DC-4031-AB57-328FBF04DED5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AB7AD-0E9C-43D0-BE87-6312D94E7343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4049A-6FC4-4F7A-B38F-B5A04CE063C5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Génère du contenu automatiquement </a:t>
          </a:r>
          <a:r>
            <a:rPr lang="en-US" sz="2200" kern="1200"/>
            <a:t>: mondes, dialogues, quêtes...</a:t>
          </a:r>
        </a:p>
      </dsp:txBody>
      <dsp:txXfrm>
        <a:off x="1057183" y="1805"/>
        <a:ext cx="9458416" cy="915310"/>
      </dsp:txXfrm>
    </dsp:sp>
    <dsp:sp modelId="{7C477232-78C7-462B-B074-D02F0A880207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A5683-4F5D-4E18-BD7E-410D1A704411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F80EBD-C69E-4756-BCF4-6B191C040C21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Types</a:t>
          </a:r>
          <a:r>
            <a:rPr lang="en-US" sz="2200" kern="1200"/>
            <a:t> : génération procédurale</a:t>
          </a:r>
          <a:r>
            <a:rPr lang="fr-FR" sz="2200" kern="1200"/>
            <a:t> (Perlin)</a:t>
          </a:r>
          <a:r>
            <a:rPr lang="en-US" sz="2200" kern="1200"/>
            <a:t>, GANs, </a:t>
          </a:r>
          <a:r>
            <a:rPr lang="fr-FR" sz="2200" kern="1200"/>
            <a:t>Transformers (GPT)</a:t>
          </a:r>
          <a:r>
            <a:rPr lang="en-US" sz="2200" kern="1200"/>
            <a:t>.</a:t>
          </a:r>
        </a:p>
      </dsp:txBody>
      <dsp:txXfrm>
        <a:off x="1057183" y="1145944"/>
        <a:ext cx="9458416" cy="915310"/>
      </dsp:txXfrm>
    </dsp:sp>
    <dsp:sp modelId="{FE333E83-3AFE-4D9A-8E70-09B5C4110590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DA4723-E382-4FFE-B86E-AFD43173E346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AD88D-4B7F-488F-BA2C-7D3969D5DA8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Permet des expériences de jeu infiniment renouvelées.</a:t>
          </a:r>
          <a:endParaRPr lang="en-US" sz="2200" kern="1200"/>
        </a:p>
      </dsp:txBody>
      <dsp:txXfrm>
        <a:off x="1057183" y="2290082"/>
        <a:ext cx="9458416" cy="915310"/>
      </dsp:txXfrm>
    </dsp:sp>
    <dsp:sp modelId="{D7901763-A9F5-42A3-8D37-1E03CB324E7B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E1930-DA86-4CF0-91DB-6A31F87BBDAD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BF14C-6D68-4C63-87BE-0002274638E7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u="sng" kern="1200"/>
            <a:t>Exemple</a:t>
          </a:r>
          <a:r>
            <a:rPr lang="fr-FR" sz="2200" b="1" u="sng" kern="1200"/>
            <a:t>s</a:t>
          </a:r>
          <a:r>
            <a:rPr lang="en-US" sz="2200" kern="1200"/>
            <a:t> : AI Dungeon (dialogues)</a:t>
          </a:r>
          <a:r>
            <a:rPr lang="fr-FR" sz="2200" kern="1200"/>
            <a:t>, Diablo 2 (génération de dongeons)</a:t>
          </a:r>
          <a:r>
            <a:rPr lang="en-US" sz="2200" kern="1200"/>
            <a:t>.</a:t>
          </a:r>
        </a:p>
      </dsp:txBody>
      <dsp:txXfrm>
        <a:off x="1057183" y="3434221"/>
        <a:ext cx="9458416" cy="915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C3DE4E-C2E4-3FD5-CF36-9BF05CACC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F96349-678A-473D-6583-B85A48F27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8EDE1D-28BC-EA19-CB21-9AF1BD5E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A1DEDE-A6EE-FD58-FA02-EF884523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097428-FF66-CB01-C62B-731B8B39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472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94B1D-0FD1-E621-1338-B23C4048D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C3F54B-7060-18BF-287C-B2F001C48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2E71C6-DCA0-380C-1185-1AD797CA9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D0E85F-E868-4A20-6A49-6A28114A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D5389F-4958-27D6-A54B-F7AD8944F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18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6F20EB-888B-AA35-E3E0-F45C77D8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70A2FE-42BC-1F10-08AA-37FEC137F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160C10-D748-1E9D-FB38-D131FE7F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BFCBD4-ABCF-B21B-3449-1C3E8CF3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3F81DB-1D76-8BF0-3C23-3F8BFABE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91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0802E6-3742-B066-A3F5-DD128531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1C385C-172B-D6C5-1925-C17CD9429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9569C3-B9DA-05B5-2532-AFDC2FCA1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4970DAE-4A27-E9BE-FDEE-71AF9966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86E0C9D-21C0-9E60-09B3-38328571F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9498DD-8490-E6FA-6B43-7954065F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57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26FB16-88F8-E9D2-0DAA-DF834C043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6BE699-6AD4-7F7E-81AA-B4771D8EB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E75031-5285-9B40-E438-224B74B8A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941997-296F-8D46-A05B-7C86A1614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B179BBC-C145-6BA4-89B0-FE6A34E4C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E3A197D-64A1-6382-5629-C2AF40CF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72B34CF-CBEB-7D67-C265-8748CF2B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6EE8342-8065-C5B0-F834-7E60B596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228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9F532-1A47-0808-BFE3-24146580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F156378-E27F-F3D8-6853-E71A30C91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CA1AB6E-6081-E0D5-5585-C43BC0AE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CBD9F15-58FE-56B6-A5DD-FD54570D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05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48B8D41-2E1B-2A01-85DD-FB18B31F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08DE3F5-086C-3C86-9C47-57BE293E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CFA4AC-CA71-C136-D09B-5B9B5D16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007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9EE329-1540-FE73-AE1A-BF8C5BF92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AF0B45-E1C6-41AC-9EAA-F4DCD31EE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E582FE-5AA9-4150-E7C5-79CD3EB64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3F6BBF-BF30-50B5-C1DC-A50432D1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1AD25B-6D3D-BDF9-C166-A0F51AC25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6D62F4-48BB-35C5-9223-0254C489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69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0F0AE7-AA09-4468-0D07-F9E278E0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5E0C24-179D-D3A0-F1F9-8E6B9FCCB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CDBF4A-9B0D-CE92-E56A-731795E94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AB57F6-A3A1-F65A-7D91-2D57C834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97171F-7CE1-78CF-F4B4-4C9180226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75CE3C-51B2-2353-8C39-9C3BA754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846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60A31D-974E-7CC7-AABD-848B211A6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E6580E-76C8-1900-B2A2-20410D5F7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23676E-901E-92FE-A97B-A65D71DB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83639B-7316-7C25-79A4-DE23DFC1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1921BC-AC54-70B5-BC3D-4584F6EC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924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58DC929-E17A-6DFE-23BB-04FCDABF9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EE8D095-29E2-34CB-F13D-7F5AD91C0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E1A7F0-C776-BE5B-2D68-0ED7C179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6DCB2F-C0C3-709C-000C-2CFFC760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2B9176-89B4-C7BE-2223-01822B26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794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41A4196-31F7-3749-0EDD-72B911E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CF2FA8-8ACA-6DF3-C5F3-AC19378C3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B0FA5A-D00D-D2FF-8D3C-5C1B4D47B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B4DBB-5442-4012-BDE0-3C6F253CD683}" type="datetimeFigureOut">
              <a:rPr lang="fr-FR" smtClean="0"/>
              <a:t>13/04/2025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507490-87E9-79FB-EF6C-044C531D4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BBB55-59E2-C9DD-E2D0-4B1496ECC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5018-5AE2-4A77-933D-E50B8FE5246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364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ntelligence-artificielle.com/ia-jeux-video-tout-savoir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ongakura.fr/article/Cr%C3%A9er_une_I.A_qui_apprend_toute_seule_%C3%A0_jouer_au_morpion" TargetMode="External"/><Relationship Id="rId2" Type="http://schemas.openxmlformats.org/officeDocument/2006/relationships/hyperlink" Target="https://highnews.fr/histoires-du-jv-oxo-tic-tac-toe-sur-edsac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oulefertrenac.wordpress.com/histoire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-0USVkgO8zc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oulefertrenac.wordpress.com/histoire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khayyam.developpez.com/articles/algo/astar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space réservé du contenu 6" descr="Une image contenant diagramme&#10;&#10;Description générée automatiquement">
            <a:extLst>
              <a:ext uri="{FF2B5EF4-FFF2-40B4-BE49-F238E27FC236}">
                <a16:creationId xmlns:a16="http://schemas.microsoft.com/office/drawing/2014/main" id="{EC400148-2DE0-3F90-2808-8B6284175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C58DDCB-1265-5E67-5766-3092490DB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Exemples d’IA dans les jeux vidéos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904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39DA14-01ED-F371-38D3-E9D2C737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Définition de l’IA (jeux vidéos)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3DA7D4-EE32-7E06-DC2B-4C429FF9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Donne </a:t>
            </a:r>
            <a:r>
              <a:rPr lang="en-US" sz="2000" dirty="0" err="1"/>
              <a:t>une</a:t>
            </a:r>
            <a:r>
              <a:rPr lang="en-US" sz="2000" dirty="0"/>
              <a:t> intelligence / </a:t>
            </a:r>
            <a:r>
              <a:rPr lang="en-US" sz="2000" dirty="0" err="1"/>
              <a:t>comportements</a:t>
            </a:r>
            <a:r>
              <a:rPr lang="en-US" sz="2000" dirty="0"/>
              <a:t> à un personage.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Différence</a:t>
            </a:r>
            <a:r>
              <a:rPr lang="en-US" sz="2000" b="1" dirty="0"/>
              <a:t> avec IA </a:t>
            </a:r>
            <a:r>
              <a:rPr lang="en-US" sz="2000" b="1" dirty="0" err="1"/>
              <a:t>académique</a:t>
            </a:r>
            <a:r>
              <a:rPr lang="en-US" sz="2000" b="1" dirty="0"/>
              <a:t> </a:t>
            </a:r>
            <a:r>
              <a:rPr lang="en-US" sz="2000" dirty="0"/>
              <a:t>: </a:t>
            </a:r>
            <a:r>
              <a:rPr lang="en-US" sz="2000" dirty="0" err="1"/>
              <a:t>Améliore</a:t>
            </a:r>
            <a:r>
              <a:rPr lang="en-US" sz="2000" dirty="0"/>
              <a:t> </a:t>
            </a:r>
            <a:r>
              <a:rPr lang="en-US" sz="2000" dirty="0" err="1"/>
              <a:t>l’expérience</a:t>
            </a:r>
            <a:r>
              <a:rPr lang="en-US" sz="2000" dirty="0"/>
              <a:t> </a:t>
            </a:r>
            <a:r>
              <a:rPr lang="en-US" sz="2000" dirty="0" err="1"/>
              <a:t>joueur</a:t>
            </a:r>
            <a:r>
              <a:rPr lang="en-US" sz="2000" dirty="0"/>
              <a:t> et non la </a:t>
            </a:r>
            <a:r>
              <a:rPr lang="en-US" sz="2000" dirty="0" err="1"/>
              <a:t>prise</a:t>
            </a:r>
            <a:r>
              <a:rPr lang="en-US" sz="2000" dirty="0"/>
              <a:t> de </a:t>
            </a:r>
            <a:r>
              <a:rPr lang="en-US" sz="2000" dirty="0" err="1"/>
              <a:t>décision</a:t>
            </a:r>
            <a:r>
              <a:rPr lang="en-US" sz="2000" dirty="0"/>
              <a:t> </a:t>
            </a:r>
            <a:r>
              <a:rPr lang="en-US" sz="2000" dirty="0" err="1"/>
              <a:t>automatique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Lien : </a:t>
            </a:r>
            <a:r>
              <a:rPr lang="en-US" sz="2000" dirty="0">
                <a:hlinkClick r:id="rId2"/>
              </a:rPr>
              <a:t>https://intelligence-artificielle.com/ia-jeux-video-tout-savoir/</a:t>
            </a:r>
            <a:endParaRPr lang="en-US" sz="2000" dirty="0"/>
          </a:p>
          <a:p>
            <a:pPr marL="0"/>
            <a:endParaRPr lang="en-US" sz="2000" dirty="0"/>
          </a:p>
        </p:txBody>
      </p:sp>
      <p:pic>
        <p:nvPicPr>
          <p:cNvPr id="6" name="Espace réservé du contenu 5" descr="Une image contenant texte, personne, intérieur, pied&#10;&#10;Description générée automatiquement">
            <a:extLst>
              <a:ext uri="{FF2B5EF4-FFF2-40B4-BE49-F238E27FC236}">
                <a16:creationId xmlns:a16="http://schemas.microsoft.com/office/drawing/2014/main" id="{FA7E27DC-501C-4B02-4B5C-577CD505CF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14" r="5848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0767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D762D67-610B-ADFD-AF23-063FDC00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Les débuts 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45F8006-1E05-9C93-C277-5626E182D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33297"/>
            <a:ext cx="4977984" cy="384366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1952 : première IA avec le </a:t>
            </a:r>
            <a:r>
              <a:rPr lang="en-US" sz="2000" dirty="0" err="1"/>
              <a:t>morpion</a:t>
            </a:r>
            <a:r>
              <a:rPr lang="en-US" sz="2000" dirty="0"/>
              <a:t>, lien :</a:t>
            </a:r>
          </a:p>
          <a:p>
            <a:pPr marL="0" indent="0">
              <a:buNone/>
            </a:pPr>
            <a:r>
              <a:rPr lang="en-US" sz="2000" dirty="0">
                <a:hlinkClick r:id="rId2"/>
              </a:rPr>
              <a:t>https://highnews.fr/histoires-du-jv-oxo-tic-tac-toe-sur-edsac/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Coder </a:t>
            </a:r>
            <a:r>
              <a:rPr lang="en-US" sz="2000" dirty="0" err="1"/>
              <a:t>une</a:t>
            </a:r>
            <a:r>
              <a:rPr lang="en-US" sz="2000" dirty="0"/>
              <a:t> IA pour le </a:t>
            </a:r>
            <a:r>
              <a:rPr lang="en-US" sz="2000" dirty="0" err="1"/>
              <a:t>morpion</a:t>
            </a:r>
            <a:r>
              <a:rPr lang="en-US" sz="2000" dirty="0"/>
              <a:t> :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https://www.kongakura.fr/article/Cr%C3%A9er_une_I.A_qui_apprend_toute_seule_%C3%A0_jouer_au_morpion</a:t>
            </a:r>
            <a:endParaRPr lang="en-US" sz="2000" dirty="0"/>
          </a:p>
          <a:p>
            <a:pPr marL="0"/>
            <a:endParaRPr lang="en-US" sz="2000" dirty="0"/>
          </a:p>
        </p:txBody>
      </p:sp>
      <p:pic>
        <p:nvPicPr>
          <p:cNvPr id="8" name="Espace réservé du contenu 7" descr="Une image contenant texte, herbe, personne, vert&#10;&#10;Description générée automatiquement">
            <a:extLst>
              <a:ext uri="{FF2B5EF4-FFF2-40B4-BE49-F238E27FC236}">
                <a16:creationId xmlns:a16="http://schemas.microsoft.com/office/drawing/2014/main" id="{EAF3E919-6EA9-2686-6644-696B1B717C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4" r="7310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6984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D762D67-610B-ADFD-AF23-063FDC00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Les débuts</a:t>
            </a:r>
          </a:p>
        </p:txBody>
      </p:sp>
      <p:pic>
        <p:nvPicPr>
          <p:cNvPr id="7" name="Espace réservé du contenu 6" descr="Une image contenant texte, écran, blanc&#10;&#10;Description générée automatiquement">
            <a:extLst>
              <a:ext uri="{FF2B5EF4-FFF2-40B4-BE49-F238E27FC236}">
                <a16:creationId xmlns:a16="http://schemas.microsoft.com/office/drawing/2014/main" id="{71B10251-AD44-B28E-126F-351604B359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61" r="8333" b="-1"/>
          <a:stretch/>
        </p:blipFill>
        <p:spPr>
          <a:xfrm>
            <a:off x="1" y="10"/>
            <a:ext cx="6936390" cy="6857990"/>
          </a:xfrm>
          <a:prstGeom prst="rect">
            <a:avLst/>
          </a:prstGeom>
        </p:spPr>
      </p:pic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45F8006-1E05-9C93-C277-5626E182D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1972 : jeu </a:t>
            </a:r>
            <a:r>
              <a:rPr lang="en-US" sz="2000" b="1" dirty="0"/>
              <a:t>Pong</a:t>
            </a:r>
            <a:r>
              <a:rPr lang="en-US" sz="2000" dirty="0"/>
              <a:t>, IA </a:t>
            </a:r>
            <a:r>
              <a:rPr lang="en-US" sz="2000" dirty="0" err="1"/>
              <a:t>sommaire</a:t>
            </a:r>
            <a:r>
              <a:rPr lang="en-US" sz="2000" dirty="0"/>
              <a:t> (</a:t>
            </a:r>
            <a:r>
              <a:rPr lang="en-US" sz="2000" dirty="0" err="1"/>
              <a:t>suivi</a:t>
            </a:r>
            <a:r>
              <a:rPr lang="en-US" sz="2000" dirty="0"/>
              <a:t> de la </a:t>
            </a:r>
            <a:r>
              <a:rPr lang="en-US" sz="2000" dirty="0" err="1"/>
              <a:t>balle</a:t>
            </a:r>
            <a:r>
              <a:rPr lang="en-US" sz="2000" dirty="0"/>
              <a:t>).</a:t>
            </a:r>
          </a:p>
          <a:p>
            <a:pPr marL="0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/>
            <a:endParaRPr lang="en-US" sz="2000" dirty="0"/>
          </a:p>
          <a:p>
            <a:pPr marL="0"/>
            <a:endParaRPr lang="en-US" sz="2000" dirty="0"/>
          </a:p>
          <a:p>
            <a:pPr marL="0" indent="0">
              <a:buNone/>
            </a:pPr>
            <a:r>
              <a:rPr lang="en-US" sz="2000" dirty="0"/>
              <a:t>Lien : </a:t>
            </a:r>
            <a:r>
              <a:rPr lang="en-US" sz="2000" dirty="0">
                <a:hlinkClick r:id="rId3"/>
              </a:rPr>
              <a:t>https://goulefertrenac.wordpress.com/histoire/</a:t>
            </a:r>
            <a:endParaRPr lang="en-US" sz="2000" dirty="0"/>
          </a:p>
          <a:p>
            <a:pPr mar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131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Espace réservé du contenu 7" descr="Une image contenant texte&#10;&#10;Description générée automatiquement">
            <a:extLst>
              <a:ext uri="{FF2B5EF4-FFF2-40B4-BE49-F238E27FC236}">
                <a16:creationId xmlns:a16="http://schemas.microsoft.com/office/drawing/2014/main" id="{837719CB-BA76-C237-2AE3-6DB16D0E0F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6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D762D67-610B-ADFD-AF23-063FDC001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Les débuts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45F8006-1E05-9C93-C277-5626E182DF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2000" dirty="0"/>
              <a:t>1980 : Pac Man. </a:t>
            </a:r>
          </a:p>
          <a:p>
            <a:endParaRPr lang="en-US" sz="2000" dirty="0"/>
          </a:p>
          <a:p>
            <a:r>
              <a:rPr lang="en-US" sz="2000" dirty="0" err="1"/>
              <a:t>Personnalité</a:t>
            </a:r>
            <a:r>
              <a:rPr lang="en-US" sz="2000" dirty="0"/>
              <a:t> propre de </a:t>
            </a:r>
            <a:r>
              <a:rPr lang="en-US" sz="2000" dirty="0" err="1"/>
              <a:t>chaque</a:t>
            </a:r>
            <a:r>
              <a:rPr lang="en-US" sz="2000" dirty="0"/>
              <a:t> </a:t>
            </a:r>
            <a:r>
              <a:rPr lang="en-US" sz="2000" dirty="0" err="1"/>
              <a:t>fantôme</a:t>
            </a:r>
            <a:r>
              <a:rPr lang="en-US" sz="2000" dirty="0"/>
              <a:t>.</a:t>
            </a:r>
          </a:p>
          <a:p>
            <a:pPr marL="0"/>
            <a:endParaRPr lang="en-US" sz="2000" dirty="0"/>
          </a:p>
          <a:p>
            <a:pPr marL="0" indent="0">
              <a:buNone/>
            </a:pPr>
            <a:r>
              <a:rPr lang="en-US" sz="2000" dirty="0"/>
              <a:t>Lien video :</a:t>
            </a:r>
          </a:p>
          <a:p>
            <a:pPr marL="0" indent="0">
              <a:buNone/>
            </a:pPr>
            <a:r>
              <a:rPr lang="en-US" sz="2000" dirty="0">
                <a:hlinkClick r:id="rId3"/>
              </a:rPr>
              <a:t>https://www.youtube.com/watch?v=-0USVkgO8zc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Lien : </a:t>
            </a:r>
            <a:r>
              <a:rPr lang="en-US" sz="2000" dirty="0">
                <a:hlinkClick r:id="rId4"/>
              </a:rPr>
              <a:t>https://goulefertrenac.wordpress.com/histoire/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64954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2D2BA-EB09-9947-BB81-2D510C9B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Algorithme A*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999E5C6F-8C5F-D7B1-E968-E86A037908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1968 : algorithme de </a:t>
            </a:r>
            <a:r>
              <a:rPr lang="fr-FR" b="1" dirty="0"/>
              <a:t>recherche de chemin</a:t>
            </a:r>
            <a:r>
              <a:rPr lang="fr-FR" dirty="0"/>
              <a:t> dans un graphe.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Algorithme d’approximation mais plus rapide </a:t>
            </a:r>
            <a:r>
              <a:rPr lang="fr-FR"/>
              <a:t>que Dijkstra.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S’appuie sur un </a:t>
            </a:r>
            <a:r>
              <a:rPr lang="fr-FR" b="1" dirty="0"/>
              <a:t>critère glouton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dirty="0"/>
              <a:t>Lien : </a:t>
            </a:r>
            <a:r>
              <a:rPr lang="fr-FR" dirty="0">
                <a:hlinkClick r:id="rId2"/>
              </a:rPr>
              <a:t>https://khayyam.developpez.com/articles/algo/astar/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10" name="Espace réservé du contenu 5" descr="Une image contenant graphique&#10;&#10;Description générée automatiquement">
            <a:extLst>
              <a:ext uri="{FF2B5EF4-FFF2-40B4-BE49-F238E27FC236}">
                <a16:creationId xmlns:a16="http://schemas.microsoft.com/office/drawing/2014/main" id="{3645E0FD-BB08-622D-9B4D-045ADBCF5E6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05474"/>
            <a:ext cx="5181600" cy="2991640"/>
          </a:xfrm>
        </p:spPr>
      </p:pic>
    </p:spTree>
    <p:extLst>
      <p:ext uri="{BB962C8B-B14F-4D97-AF65-F5344CB8AC3E}">
        <p14:creationId xmlns:p14="http://schemas.microsoft.com/office/powerpoint/2010/main" val="364951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Monte Carlo Tree Search (MCTS)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0F43AE4A-41F7-7609-D8A1-BC0D0297C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graphicFrame>
        <p:nvGraphicFramePr>
          <p:cNvPr id="1028" name="Content Placeholder 2">
            <a:extLst>
              <a:ext uri="{FF2B5EF4-FFF2-40B4-BE49-F238E27FC236}">
                <a16:creationId xmlns:a16="http://schemas.microsoft.com/office/drawing/2014/main" id="{76A111D1-C3FE-8CFC-0EBD-04C823B915D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4602612"/>
              </p:ext>
            </p:extLst>
          </p:nvPr>
        </p:nvGraphicFramePr>
        <p:xfrm>
          <a:off x="653144" y="1690688"/>
          <a:ext cx="5344432" cy="4498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D578EDA-1368-CE6C-8ED2-10659C794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52437"/>
          </a:xfrm>
        </p:spPr>
        <p:txBody>
          <a:bodyPr/>
          <a:lstStyle/>
          <a:p>
            <a:pPr algn="ctr"/>
            <a:r>
              <a:rPr lang="fr-FR" b="0" i="1" u="sng" dirty="0"/>
              <a:t>Jeu d’échecs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8457" y="681037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323232"/>
                </a:solidFill>
              </a:rPr>
              <a:t>🔁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395A8A12-8791-61A3-5A14-EE4099CDF3D8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886" y="2505075"/>
            <a:ext cx="5183188" cy="330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Deep Q-Learning (DQN)</a:t>
            </a:r>
          </a:p>
        </p:txBody>
      </p:sp>
      <p:graphicFrame>
        <p:nvGraphicFramePr>
          <p:cNvPr id="2052" name="Content Placeholder 2">
            <a:extLst>
              <a:ext uri="{FF2B5EF4-FFF2-40B4-BE49-F238E27FC236}">
                <a16:creationId xmlns:a16="http://schemas.microsoft.com/office/drawing/2014/main" id="{953EB32D-D38F-BFFF-CF30-9F0FBAF9B7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03612614"/>
              </p:ext>
            </p:extLst>
          </p:nvPr>
        </p:nvGraphicFramePr>
        <p:xfrm>
          <a:off x="242819" y="1595436"/>
          <a:ext cx="6963524" cy="5044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11685" y="681037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323232"/>
                </a:solidFill>
              </a:rPr>
              <a:t>🧠</a:t>
            </a:r>
          </a:p>
        </p:txBody>
      </p:sp>
      <p:pic>
        <p:nvPicPr>
          <p:cNvPr id="2050" name="Picture 2" descr="Deep Q-Learning | An Introduction To Deep Reinforcement Learning">
            <a:extLst>
              <a:ext uri="{FF2B5EF4-FFF2-40B4-BE49-F238E27FC236}">
                <a16:creationId xmlns:a16="http://schemas.microsoft.com/office/drawing/2014/main" id="{CF6FFAF7-D949-5428-1577-7BF8330E252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684" y="1911349"/>
            <a:ext cx="5367288" cy="352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Une image contenant texte, capture d’écran, dessin humoristique, intérieur&#10;&#10;Le contenu généré par l’IA peut être incorrect.">
            <a:extLst>
              <a:ext uri="{FF2B5EF4-FFF2-40B4-BE49-F238E27FC236}">
                <a16:creationId xmlns:a16="http://schemas.microsoft.com/office/drawing/2014/main" id="{C664C743-DE8F-6AF8-7886-51C01B042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57398" y="1"/>
            <a:ext cx="14281148" cy="7140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solidFill>
                  <a:schemeClr val="bg1"/>
                </a:solidFill>
              </a:rPr>
              <a:t>IA </a:t>
            </a:r>
            <a:r>
              <a:rPr b="1" dirty="0" err="1">
                <a:solidFill>
                  <a:schemeClr val="bg1"/>
                </a:solidFill>
              </a:rPr>
              <a:t>générative</a:t>
            </a:r>
            <a:r>
              <a:rPr b="1" dirty="0">
                <a:solidFill>
                  <a:schemeClr val="bg1"/>
                </a:solidFill>
              </a:rPr>
              <a:t> dans les jeux</a:t>
            </a:r>
          </a:p>
        </p:txBody>
      </p:sp>
      <p:graphicFrame>
        <p:nvGraphicFramePr>
          <p:cNvPr id="3076" name="Content Placeholder 2">
            <a:extLst>
              <a:ext uri="{FF2B5EF4-FFF2-40B4-BE49-F238E27FC236}">
                <a16:creationId xmlns:a16="http://schemas.microsoft.com/office/drawing/2014/main" id="{EEBF5441-F695-8933-F428-04E4EFCB3F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33115" y="681037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 dirty="0">
                <a:solidFill>
                  <a:srgbClr val="323232"/>
                </a:solidFill>
              </a:rPr>
              <a:t>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0156CE-5CB7-5A06-AAFB-E66E57A5F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Questions possibles de jury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12A598-79BE-F00C-1D07-468F61F7C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Différents types d’apprentissages d’IA.</a:t>
            </a:r>
          </a:p>
          <a:p>
            <a:r>
              <a:rPr lang="fr-FR" dirty="0"/>
              <a:t>Expliciter les bruits de Perlin, les </a:t>
            </a:r>
            <a:r>
              <a:rPr lang="fr-FR" dirty="0" err="1"/>
              <a:t>GANs</a:t>
            </a:r>
            <a:r>
              <a:rPr lang="fr-FR" dirty="0"/>
              <a:t>, les réseaux neuronaux.</a:t>
            </a:r>
          </a:p>
          <a:p>
            <a:r>
              <a:rPr lang="fr-FR" dirty="0"/>
              <a:t>Peut-on dire qu’une IA est intelligente ?  </a:t>
            </a:r>
          </a:p>
          <a:p>
            <a:r>
              <a:rPr lang="fr-FR" dirty="0"/>
              <a:t>À votre avis, une IA peut-elle être créative ?</a:t>
            </a:r>
          </a:p>
          <a:p>
            <a:r>
              <a:rPr lang="fr-FR" dirty="0"/>
              <a:t>Est-ce qu’un jeu vidéo peut manipuler le joueur grâce à l’IA ?</a:t>
            </a:r>
          </a:p>
          <a:p>
            <a:r>
              <a:rPr lang="fr-FR" dirty="0"/>
              <a:t>Est-ce que l’IA peut tricher dans un jeu ? Et est-ce grave ? </a:t>
            </a:r>
          </a:p>
          <a:p>
            <a:r>
              <a:rPr lang="fr-FR" dirty="0"/>
              <a:t>Y a-t-il un risque que l’IA remplace les concepteurs de jeux ? »</a:t>
            </a:r>
          </a:p>
        </p:txBody>
      </p:sp>
    </p:spTree>
    <p:extLst>
      <p:ext uri="{BB962C8B-B14F-4D97-AF65-F5344CB8AC3E}">
        <p14:creationId xmlns:p14="http://schemas.microsoft.com/office/powerpoint/2010/main" val="27989059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525</Words>
  <Application>Microsoft Office PowerPoint</Application>
  <PresentationFormat>Grand écran</PresentationFormat>
  <Paragraphs>69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Thème Office</vt:lpstr>
      <vt:lpstr>Exemples d’IA dans les jeux vidéos</vt:lpstr>
      <vt:lpstr>Définition de l’IA (jeux vidéos)</vt:lpstr>
      <vt:lpstr>Les débuts </vt:lpstr>
      <vt:lpstr>Les débuts</vt:lpstr>
      <vt:lpstr>Les débuts</vt:lpstr>
      <vt:lpstr>Algorithme A*</vt:lpstr>
      <vt:lpstr>Monte Carlo Tree Search (MCTS)</vt:lpstr>
      <vt:lpstr>Deep Q-Learning (DQN)</vt:lpstr>
      <vt:lpstr>IA générative dans les jeux</vt:lpstr>
      <vt:lpstr>Questions possibles de jury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d’IA dans les jeux vidéos</dc:title>
  <dc:creator>laurent mayer</dc:creator>
  <cp:lastModifiedBy>laurent mayer</cp:lastModifiedBy>
  <cp:revision>11</cp:revision>
  <dcterms:created xsi:type="dcterms:W3CDTF">2023-04-30T08:15:16Z</dcterms:created>
  <dcterms:modified xsi:type="dcterms:W3CDTF">2025-04-13T17:28:46Z</dcterms:modified>
</cp:coreProperties>
</file>